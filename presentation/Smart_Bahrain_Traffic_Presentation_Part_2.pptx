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Mohammed" userId="d290ac6e050a0a65" providerId="LiveId" clId="{42C03E8B-3CF9-405D-BC0F-9609FC730CC1}"/>
    <pc:docChg chg="undo custSel addSld delSld modSld">
      <pc:chgData name="Ahmed Mohammed" userId="d290ac6e050a0a65" providerId="LiveId" clId="{42C03E8B-3CF9-405D-BC0F-9609FC730CC1}" dt="2026-05-09T09:26:34.510" v="40" actId="478"/>
      <pc:docMkLst>
        <pc:docMk/>
      </pc:docMkLst>
      <pc:sldChg chg="delSp mod">
        <pc:chgData name="Ahmed Mohammed" userId="d290ac6e050a0a65" providerId="LiveId" clId="{42C03E8B-3CF9-405D-BC0F-9609FC730CC1}" dt="2026-05-09T09:22:59.545" v="2" actId="478"/>
        <pc:sldMkLst>
          <pc:docMk/>
          <pc:sldMk cId="0" sldId="257"/>
        </pc:sldMkLst>
        <pc:spChg chg="del">
          <ac:chgData name="Ahmed Mohammed" userId="d290ac6e050a0a65" providerId="LiveId" clId="{42C03E8B-3CF9-405D-BC0F-9609FC730CC1}" dt="2026-05-09T09:22:59.545" v="2" actId="478"/>
          <ac:spMkLst>
            <pc:docMk/>
            <pc:sldMk cId="0" sldId="257"/>
            <ac:spMk id="25" creationId="{00000000-0000-0000-0000-000000000000}"/>
          </ac:spMkLst>
        </pc:spChg>
      </pc:sldChg>
      <pc:sldChg chg="delSp mod">
        <pc:chgData name="Ahmed Mohammed" userId="d290ac6e050a0a65" providerId="LiveId" clId="{42C03E8B-3CF9-405D-BC0F-9609FC730CC1}" dt="2026-05-09T09:23:02.361" v="3" actId="478"/>
        <pc:sldMkLst>
          <pc:docMk/>
          <pc:sldMk cId="0" sldId="258"/>
        </pc:sldMkLst>
        <pc:spChg chg="del">
          <ac:chgData name="Ahmed Mohammed" userId="d290ac6e050a0a65" providerId="LiveId" clId="{42C03E8B-3CF9-405D-BC0F-9609FC730CC1}" dt="2026-05-09T09:23:02.361" v="3" actId="478"/>
          <ac:spMkLst>
            <pc:docMk/>
            <pc:sldMk cId="0" sldId="258"/>
            <ac:spMk id="23" creationId="{00000000-0000-0000-0000-000000000000}"/>
          </ac:spMkLst>
        </pc:spChg>
      </pc:sldChg>
      <pc:sldChg chg="delSp mod">
        <pc:chgData name="Ahmed Mohammed" userId="d290ac6e050a0a65" providerId="LiveId" clId="{42C03E8B-3CF9-405D-BC0F-9609FC730CC1}" dt="2026-05-09T09:23:05.506" v="4" actId="478"/>
        <pc:sldMkLst>
          <pc:docMk/>
          <pc:sldMk cId="0" sldId="259"/>
        </pc:sldMkLst>
        <pc:spChg chg="del">
          <ac:chgData name="Ahmed Mohammed" userId="d290ac6e050a0a65" providerId="LiveId" clId="{42C03E8B-3CF9-405D-BC0F-9609FC730CC1}" dt="2026-05-09T09:23:05.506" v="4" actId="478"/>
          <ac:spMkLst>
            <pc:docMk/>
            <pc:sldMk cId="0" sldId="259"/>
            <ac:spMk id="24" creationId="{00000000-0000-0000-0000-000000000000}"/>
          </ac:spMkLst>
        </pc:spChg>
      </pc:sldChg>
      <pc:sldChg chg="delSp del mod">
        <pc:chgData name="Ahmed Mohammed" userId="d290ac6e050a0a65" providerId="LiveId" clId="{42C03E8B-3CF9-405D-BC0F-9609FC730CC1}" dt="2026-05-09T09:23:15.054" v="6" actId="47"/>
        <pc:sldMkLst>
          <pc:docMk/>
          <pc:sldMk cId="0" sldId="260"/>
        </pc:sldMkLst>
        <pc:spChg chg="del">
          <ac:chgData name="Ahmed Mohammed" userId="d290ac6e050a0a65" providerId="LiveId" clId="{42C03E8B-3CF9-405D-BC0F-9609FC730CC1}" dt="2026-05-09T09:23:11.765" v="5" actId="478"/>
          <ac:spMkLst>
            <pc:docMk/>
            <pc:sldMk cId="0" sldId="260"/>
            <ac:spMk id="25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3:52.432" v="11" actId="478"/>
        <pc:sldMkLst>
          <pc:docMk/>
          <pc:sldMk cId="0" sldId="261"/>
        </pc:sldMkLst>
        <pc:spChg chg="mod">
          <ac:chgData name="Ahmed Mohammed" userId="d290ac6e050a0a65" providerId="LiveId" clId="{42C03E8B-3CF9-405D-BC0F-9609FC730CC1}" dt="2026-05-09T09:23:25.843" v="8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3:52.432" v="11" actId="478"/>
          <ac:spMkLst>
            <pc:docMk/>
            <pc:sldMk cId="0" sldId="261"/>
            <ac:spMk id="35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4:03.068" v="14" actId="478"/>
        <pc:sldMkLst>
          <pc:docMk/>
          <pc:sldMk cId="0" sldId="262"/>
        </pc:sldMkLst>
        <pc:spChg chg="mod">
          <ac:chgData name="Ahmed Mohammed" userId="d290ac6e050a0a65" providerId="LiveId" clId="{42C03E8B-3CF9-405D-BC0F-9609FC730CC1}" dt="2026-05-09T09:23:35.941" v="10" actId="20577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Ahmed Mohammed" userId="d290ac6e050a0a65" providerId="LiveId" clId="{42C03E8B-3CF9-405D-BC0F-9609FC730CC1}" dt="2026-05-09T09:24:03.068" v="14" actId="478"/>
          <ac:spMkLst>
            <pc:docMk/>
            <pc:sldMk cId="0" sldId="262"/>
            <ac:spMk id="35" creationId="{00000000-0000-0000-0000-000000000000}"/>
          </ac:spMkLst>
        </pc:spChg>
      </pc:sldChg>
      <pc:sldChg chg="delSp del mod">
        <pc:chgData name="Ahmed Mohammed" userId="d290ac6e050a0a65" providerId="LiveId" clId="{42C03E8B-3CF9-405D-BC0F-9609FC730CC1}" dt="2026-05-09T09:24:21.022" v="16" actId="47"/>
        <pc:sldMkLst>
          <pc:docMk/>
          <pc:sldMk cId="0" sldId="263"/>
        </pc:sldMkLst>
        <pc:spChg chg="del">
          <ac:chgData name="Ahmed Mohammed" userId="d290ac6e050a0a65" providerId="LiveId" clId="{42C03E8B-3CF9-405D-BC0F-9609FC730CC1}" dt="2026-05-09T09:24:08.236" v="15" actId="478"/>
          <ac:spMkLst>
            <pc:docMk/>
            <pc:sldMk cId="0" sldId="263"/>
            <ac:spMk id="41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6:34.510" v="40" actId="478"/>
        <pc:sldMkLst>
          <pc:docMk/>
          <pc:sldMk cId="0" sldId="264"/>
        </pc:sldMkLst>
        <pc:spChg chg="mod">
          <ac:chgData name="Ahmed Mohammed" userId="d290ac6e050a0a65" providerId="LiveId" clId="{42C03E8B-3CF9-405D-BC0F-9609FC730CC1}" dt="2026-05-09T09:24:40.282" v="18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6:34.510" v="40" actId="478"/>
          <ac:spMkLst>
            <pc:docMk/>
            <pc:sldMk cId="0" sldId="264"/>
            <ac:spMk id="36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6:28.382" v="39" actId="478"/>
        <pc:sldMkLst>
          <pc:docMk/>
          <pc:sldMk cId="0" sldId="265"/>
        </pc:sldMkLst>
        <pc:spChg chg="mod">
          <ac:chgData name="Ahmed Mohammed" userId="d290ac6e050a0a65" providerId="LiveId" clId="{42C03E8B-3CF9-405D-BC0F-9609FC730CC1}" dt="2026-05-09T09:24:48.427" v="20" actId="20577"/>
          <ac:spMkLst>
            <pc:docMk/>
            <pc:sldMk cId="0" sldId="265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6:28.382" v="39" actId="478"/>
          <ac:spMkLst>
            <pc:docMk/>
            <pc:sldMk cId="0" sldId="265"/>
            <ac:spMk id="40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6:24.578" v="38" actId="478"/>
        <pc:sldMkLst>
          <pc:docMk/>
          <pc:sldMk cId="0" sldId="266"/>
        </pc:sldMkLst>
        <pc:spChg chg="mod">
          <ac:chgData name="Ahmed Mohammed" userId="d290ac6e050a0a65" providerId="LiveId" clId="{42C03E8B-3CF9-405D-BC0F-9609FC730CC1}" dt="2026-05-09T09:25:18.451" v="24" actId="20577"/>
          <ac:spMkLst>
            <pc:docMk/>
            <pc:sldMk cId="0" sldId="266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6:24.578" v="38" actId="478"/>
          <ac:spMkLst>
            <pc:docMk/>
            <pc:sldMk cId="0" sldId="266"/>
            <ac:spMk id="63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6:20.219" v="37" actId="478"/>
        <pc:sldMkLst>
          <pc:docMk/>
          <pc:sldMk cId="0" sldId="267"/>
        </pc:sldMkLst>
        <pc:spChg chg="mod">
          <ac:chgData name="Ahmed Mohammed" userId="d290ac6e050a0a65" providerId="LiveId" clId="{42C03E8B-3CF9-405D-BC0F-9609FC730CC1}" dt="2026-05-09T09:25:40.922" v="30" actId="20577"/>
          <ac:spMkLst>
            <pc:docMk/>
            <pc:sldMk cId="0" sldId="267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6:20.219" v="37" actId="478"/>
          <ac:spMkLst>
            <pc:docMk/>
            <pc:sldMk cId="0" sldId="267"/>
            <ac:spMk id="28" creationId="{00000000-0000-0000-0000-000000000000}"/>
          </ac:spMkLst>
        </pc:spChg>
      </pc:sldChg>
      <pc:sldChg chg="delSp modSp mod">
        <pc:chgData name="Ahmed Mohammed" userId="d290ac6e050a0a65" providerId="LiveId" clId="{42C03E8B-3CF9-405D-BC0F-9609FC730CC1}" dt="2026-05-09T09:26:14.986" v="36" actId="478"/>
        <pc:sldMkLst>
          <pc:docMk/>
          <pc:sldMk cId="0" sldId="268"/>
        </pc:sldMkLst>
        <pc:spChg chg="mod">
          <ac:chgData name="Ahmed Mohammed" userId="d290ac6e050a0a65" providerId="LiveId" clId="{42C03E8B-3CF9-405D-BC0F-9609FC730CC1}" dt="2026-05-09T09:25:48.308" v="32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Ahmed Mohammed" userId="d290ac6e050a0a65" providerId="LiveId" clId="{42C03E8B-3CF9-405D-BC0F-9609FC730CC1}" dt="2026-05-09T09:26:14.986" v="36" actId="478"/>
          <ac:spMkLst>
            <pc:docMk/>
            <pc:sldMk cId="0" sldId="268"/>
            <ac:spMk id="27" creationId="{00000000-0000-0000-0000-000000000000}"/>
          </ac:spMkLst>
        </pc:spChg>
      </pc:sldChg>
      <pc:sldChg chg="delSp mod">
        <pc:chgData name="Ahmed Mohammed" userId="d290ac6e050a0a65" providerId="LiveId" clId="{42C03E8B-3CF9-405D-BC0F-9609FC730CC1}" dt="2026-05-09T09:26:10.697" v="35" actId="478"/>
        <pc:sldMkLst>
          <pc:docMk/>
          <pc:sldMk cId="0" sldId="269"/>
        </pc:sldMkLst>
        <pc:spChg chg="del">
          <ac:chgData name="Ahmed Mohammed" userId="d290ac6e050a0a65" providerId="LiveId" clId="{42C03E8B-3CF9-405D-BC0F-9609FC730CC1}" dt="2026-05-09T09:26:10.697" v="35" actId="478"/>
          <ac:spMkLst>
            <pc:docMk/>
            <pc:sldMk cId="0" sldId="269"/>
            <ac:spMk id="35" creationId="{00000000-0000-0000-0000-000000000000}"/>
          </ac:spMkLst>
        </pc:spChg>
      </pc:sldChg>
      <pc:sldChg chg="delSp modSp add del mod">
        <pc:chgData name="Ahmed Mohammed" userId="d290ac6e050a0a65" providerId="LiveId" clId="{42C03E8B-3CF9-405D-BC0F-9609FC730CC1}" dt="2026-05-09T09:26:05.965" v="34" actId="478"/>
        <pc:sldMkLst>
          <pc:docMk/>
          <pc:sldMk cId="0" sldId="270"/>
        </pc:sldMkLst>
        <pc:spChg chg="del mod">
          <ac:chgData name="Ahmed Mohammed" userId="d290ac6e050a0a65" providerId="LiveId" clId="{42C03E8B-3CF9-405D-BC0F-9609FC730CC1}" dt="2026-05-09T09:26:05.965" v="34" actId="478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78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58600" y="0"/>
            <a:ext cx="50292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309360"/>
            <a:ext cx="12801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•  TM471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Bahrain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Mobile Platform for Reporting Traffic &amp; Parking Violations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20040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0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Mohammed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6220734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2062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endParaRPr lang="en-US" sz="1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Mohammed Riyaz Belgaum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Open University, Bahrain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Studies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&amp; Parking Violations Are Hard to Track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areas in Bahrain face daily congestion, blocked driveways, double parking, and reckless driving. Traditional monitoring relies on manual observation and CCTV — limited in coverage and slow to respond.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violations go unreported because citizens lack a direct, simple channel to inform authorities. The result: repeated offences, weak accountability and frustrated road users.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1691640"/>
            <a:ext cx="49377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75120" y="1691640"/>
            <a:ext cx="91440" cy="128016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95160" y="1984248"/>
            <a:ext cx="685800" cy="68580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259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Coverage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63840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can't watch every street.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3108960"/>
            <a:ext cx="49377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75120" y="3108960"/>
            <a:ext cx="91440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95160" y="3401568"/>
            <a:ext cx="685800" cy="6858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5433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Underreporting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86384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for citizens to flag incidents.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75120" y="4526280"/>
            <a:ext cx="493776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75120" y="4526280"/>
            <a:ext cx="91440" cy="128016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995160" y="4818888"/>
            <a:ext cx="685800" cy="6858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9606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Response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863840" y="5166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processes delay enforcement.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Smart Bahrain?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7830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mobile-based reporting platform that lets citizens submit traffic and parking violations with photo, video and GPS evidence — and lets authorities review and act on them through a secure digital dashboard.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361188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897380" y="3749040"/>
            <a:ext cx="914400" cy="9144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9547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4800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Mobile App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2296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attach evidence, track status, earn rewards.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43400" y="3383280"/>
            <a:ext cx="361188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92140" y="3749040"/>
            <a:ext cx="914400" cy="91440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9547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6280" y="4800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1772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assign, resolve or reject reports digitally.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38160" y="3383280"/>
            <a:ext cx="361188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486900" y="3749040"/>
            <a:ext cx="914400" cy="9144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39547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4800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2030 Aligned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41248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digital transformation and smart-city goals.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PROJECT AIM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mobile platform that lets citizens of Bahrain report traffic and parking violations quickly and efficiently — improving communication with authorities and supporting Bahrain's digital transformation.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19456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128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easy-to-use mobile platform for real-time reporting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97180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990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authorities to receive and manage reports digitally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7673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road safety by reducing unreported violations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52628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544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citizen participation through a reward system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30352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3218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Bahrain's smart-city vision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MOBILE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for Citizens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CPR Login &amp; Signup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creation with bcrypt-hashed passwords and JWT tokens.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9392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01168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Submission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45152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description, photo / video evidence and GPS location.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21624" y="2011680"/>
            <a:ext cx="640080" cy="64008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&amp; Map Selection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7344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 coordinates with map confirmation via React Native Maps.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77240" y="4343400"/>
            <a:ext cx="640080" cy="640080"/>
          </a:xfrm>
          <a:prstGeom prst="ellipse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Reports &amp; Tracking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search and filter reports by status: pending, under review, resolved or rejected.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79392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99432" y="434340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480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Notifications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45152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Twilio-powered alerts on submission and status changes.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01584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21624" y="434340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480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98864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BHD Reward Wallet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67344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rewards for verified reports and request withdrawals.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ADMIN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for Authorities &amp; Moderators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pending, resolved and rejected reports plus monthly trends via Recharts.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9392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011680"/>
            <a:ext cx="640080" cy="64008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Review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45152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evidence, assign cases, resolve or reject with admin notes.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21624" y="201168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7344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CPR or phone; reset passwords securely.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77240" y="4343400"/>
            <a:ext cx="640080" cy="640080"/>
          </a:xfrm>
          <a:prstGeom prst="ellipse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Moderator Roles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moderators with email-based access control.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79392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99432" y="434340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480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45152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 enforces admin / moderator / user permissions.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01584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21624" y="4343400"/>
            <a:ext cx="640080" cy="64008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480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98864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 &amp; Rejected Logs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67344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archive of every decision with full audit visibility.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REPORT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Report Flows Through the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29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6424" y="2423160"/>
            <a:ext cx="914400" cy="91440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6424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report with category, description, GPS, and media.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96" y="278892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07208" y="2103120"/>
            <a:ext cx="2029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64992" y="2423160"/>
            <a:ext cx="914400" cy="9144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64992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898648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90088" y="402336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MongoDB; appears in admin queue.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78892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65776" y="2103120"/>
            <a:ext cx="2029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623560" y="2423160"/>
            <a:ext cx="914400" cy="914400"/>
          </a:xfrm>
          <a:prstGeom prst="ellipse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62356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5157216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Review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248656" y="402336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moderator assigns and inspects evidence.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78892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24344" y="2103120"/>
            <a:ext cx="2029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882128" y="2423160"/>
            <a:ext cx="914400" cy="9144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882128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7415784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7507224" y="402336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(reward issued) or Rejected (with admin note).</a:t>
            </a:r>
            <a:endParaRPr lang="en-US" sz="11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8892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82912" y="2103120"/>
            <a:ext cx="2029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140696" y="2423160"/>
            <a:ext cx="914400" cy="91440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014069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9674352" y="3520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Notified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765792" y="402336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receives SMS and sees updated status in app.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flows through the backend API — keeping the mobile app and admin dashboard perfectly in sync.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Development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INCREMENTAL?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naturally modular — auth, reporting, media upload, status tracking, dashboard. Each module was built, tested and integrated separately, with continuous supervisor feedback at every stage.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testing &amp; validation per increment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project risk — issues stay local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006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supervisor feedback loop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578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delivered &amp; demoed early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1500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5669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debugging and future scaling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FLOW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040880" y="2212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6652260" y="2697480"/>
            <a:ext cx="0" cy="155448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400800" y="2852928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4008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040880" y="2871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652260" y="3355848"/>
            <a:ext cx="0" cy="155448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400800" y="3511296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40080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040880" y="3529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6652260" y="4014216"/>
            <a:ext cx="0" cy="155448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400800" y="4169664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40080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04088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652260" y="4672584"/>
            <a:ext cx="0" cy="155448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400800" y="482803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40080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040880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6400800" y="5715000"/>
            <a:ext cx="5212080" cy="5943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6537960" y="5715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was rejected — too rigid for iterative features like media uploads &amp; notifications.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Smart Bahrain Compares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74320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Prahari (India)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278892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Balady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23960" y="1691640"/>
            <a:ext cx="278892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0" y="1691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Bahrain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24028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parking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240280"/>
            <a:ext cx="278892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violations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3960" y="224028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parking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23960" y="274320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0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24612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324612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contributors only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3246120"/>
            <a:ext cx="278892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fine for verified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23960" y="324612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0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verified report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1840" y="37490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2900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35040" y="374904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3749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23960" y="374904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961120" y="3749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25196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91840" y="4251960"/>
            <a:ext cx="27432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2900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35040" y="4251960"/>
            <a:ext cx="278892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4251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Observer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823960" y="425196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61120" y="4251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signup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47548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58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Scope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91840" y="47548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29000" y="4754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traffic offences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035040" y="475488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172200" y="4754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municipal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823960" y="4754880"/>
            <a:ext cx="2788920" cy="502920"/>
          </a:xfrm>
          <a:prstGeom prst="rect">
            <a:avLst/>
          </a:prstGeom>
          <a:solidFill>
            <a:srgbClr val="FFF1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961120" y="4754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parking-specific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Bahrain fills a clear gap — a Bahrain-specific, traffic-focused reporting tool with real-time tracking and per-report rewards.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CIVIC INCENTIVES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BHD Reward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Per-Verified-Report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admin marks a report Resolved, the backend calculates a reward based on the violation category and credits the user's wallet automatically.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194560"/>
            <a:ext cx="52120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0" y="2194560"/>
            <a:ext cx="91440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9400" y="2267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&amp; Resolve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40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a verified violation; admin approves 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3154680"/>
            <a:ext cx="52120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0" y="3154680"/>
            <a:ext cx="91440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29400" y="3227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Auto-Calculation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940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computes BHD reward by violation category.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4114800"/>
            <a:ext cx="52120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0" y="4114800"/>
            <a:ext cx="91440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2940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History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2940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earning history and withdrawal status visible in-app.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5074920"/>
            <a:ext cx="52120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00800" y="5074920"/>
            <a:ext cx="91440" cy="868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29400" y="5148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 Request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2940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minimum amount and available balance.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Achieved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signup, login &amp; CPR-based authentication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78308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submission with media, GPS &amp; category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175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report tracking with search, filter &amp; details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63640" y="301752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3375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0" y="30175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stats, review, assign &amp; resolve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25196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BHD reward engine with withdrawal validation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63640" y="4251960"/>
            <a:ext cx="553212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57200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32320" y="425196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(user / moderator / admin)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5532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A8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Exceeded scope: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3383280" y="55321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notifications, emergency contacts with QR, dashboard analytics, moderator management.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•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in-app alerts for status, rewards and withdrawals.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9392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01168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Arabic Language Support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45152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 for wider local accessibility.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169164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21624" y="2011680"/>
            <a:ext cx="640080" cy="64008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Submissions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7344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reports locally and sync when connection returns.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77240" y="4343400"/>
            <a:ext cx="640080" cy="640080"/>
          </a:xfrm>
          <a:prstGeom prst="ellipse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Integration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withdrawal payouts to user accounts.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79392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99432" y="434340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480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Verification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45152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analysis to filter false reports.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01584" y="402336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8"/>
            </a:solidFill>
            <a:prstDash val="solid"/>
          </a:ln>
          <a:effectLst>
            <a:outerShdw blurRad="127000" dist="254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421624" y="4343400"/>
            <a:ext cx="640080" cy="640080"/>
          </a:xfrm>
          <a:prstGeom prst="ellipse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480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98864" y="4315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 &amp; Live Map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67344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incident map and traffic violation heatmap.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5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foundation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digital traffic reporting.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3200400" cy="0"/>
          </a:xfrm>
          <a:prstGeom prst="line">
            <a:avLst/>
          </a:prstGeom>
          <a:noFill/>
          <a:ln w="25400">
            <a:solidFill>
              <a:srgbClr val="E5A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F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Bahrain combines mobile reporting, GPS, evidence handling, role-based dashboards and rewards into one connected system — a measurable contribution to Bahrain's smart-city vision.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10058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• 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1067</Words>
  <Application>Microsoft Office PowerPoint</Application>
  <PresentationFormat>Widescreen</PresentationFormat>
  <Paragraphs>211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Arab Open University - Bahrain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Bahrain Traffic Application</dc:title>
  <dc:subject>PptxGenJS Presentation</dc:subject>
  <dc:creator>Ahmed Mohammed</dc:creator>
  <cp:lastModifiedBy>Ahmed Mohammed</cp:lastModifiedBy>
  <cp:revision>1</cp:revision>
  <dcterms:created xsi:type="dcterms:W3CDTF">2026-05-07T20:11:59Z</dcterms:created>
  <dcterms:modified xsi:type="dcterms:W3CDTF">2026-05-09T09:26:44Z</dcterms:modified>
</cp:coreProperties>
</file>