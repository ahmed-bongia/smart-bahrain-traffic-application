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2"/>
  </p:notesMasterIdLst>
  <p:sldIdLst>
    <p:sldId id="256" r:id="rId2"/>
    <p:sldId id="258" r:id="rId3"/>
    <p:sldId id="260" r:id="rId4"/>
    <p:sldId id="299" r:id="rId5"/>
    <p:sldId id="261" r:id="rId6"/>
    <p:sldId id="262" r:id="rId7"/>
    <p:sldId id="264" r:id="rId8"/>
    <p:sldId id="304" r:id="rId9"/>
    <p:sldId id="268" r:id="rId10"/>
    <p:sldId id="305" r:id="rId11"/>
    <p:sldId id="314" r:id="rId12"/>
    <p:sldId id="306" r:id="rId13"/>
    <p:sldId id="308" r:id="rId14"/>
    <p:sldId id="307" r:id="rId15"/>
    <p:sldId id="309" r:id="rId16"/>
    <p:sldId id="311" r:id="rId17"/>
    <p:sldId id="312" r:id="rId18"/>
    <p:sldId id="310" r:id="rId19"/>
    <p:sldId id="313" r:id="rId20"/>
    <p:sldId id="275" r:id="rId21"/>
  </p:sldIdLst>
  <p:sldSz cx="9144000" cy="5143500" type="screen16x9"/>
  <p:notesSz cx="6858000" cy="9144000"/>
  <p:embeddedFontLst>
    <p:embeddedFont>
      <p:font typeface="Bebas Neue" panose="020F0502020204030204" pitchFamily="34" charset="0"/>
      <p:regular r:id="rId23"/>
    </p:embeddedFont>
    <p:embeddedFont>
      <p:font typeface="DM Sans" panose="020F0502020204030204" pitchFamily="2" charset="0"/>
      <p:regular r:id="rId24"/>
      <p:bold r:id="rId25"/>
      <p:italic r:id="rId26"/>
      <p:boldItalic r:id="rId27"/>
    </p:embeddedFont>
    <p:embeddedFont>
      <p:font typeface="Poppins" panose="020B0502040204020203" pitchFamily="2" charset="0"/>
      <p:regular r:id="rId28"/>
      <p:bold r:id="rId29"/>
      <p:italic r:id="rId30"/>
      <p:boldItalic r:id="rId31"/>
    </p:embeddedFont>
    <p:embeddedFont>
      <p:font typeface="Poppins ExtraBold" panose="020B0502040204020203" pitchFamily="2" charset="0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A94E82-BD2C-42A3-99A2-7F8AA19E4094}">
  <a:tblStyle styleId="{7CA94E82-BD2C-42A3-99A2-7F8AA19E40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E7CBC52-D3F4-40DD-A515-F4359766B8B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1d12486708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1d12486708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21746167059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2" name="Google Shape;2182;g21746167059_0_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Google Shape;234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7" name="Google Shape;234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2">
          <a:extLst>
            <a:ext uri="{FF2B5EF4-FFF2-40B4-BE49-F238E27FC236}">
              <a16:creationId xmlns:a16="http://schemas.microsoft.com/office/drawing/2014/main" id="{E86B10FF-9A97-5F6A-4AEA-4C1A586BA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g184d99d1a72_0_57:notes">
            <a:extLst>
              <a:ext uri="{FF2B5EF4-FFF2-40B4-BE49-F238E27FC236}">
                <a16:creationId xmlns:a16="http://schemas.microsoft.com/office/drawing/2014/main" id="{C9D927CA-4D5A-9344-346D-D270AF0AED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4" name="Google Shape;2514;g184d99d1a72_0_57:notes">
            <a:extLst>
              <a:ext uri="{FF2B5EF4-FFF2-40B4-BE49-F238E27FC236}">
                <a16:creationId xmlns:a16="http://schemas.microsoft.com/office/drawing/2014/main" id="{311DD062-B0FB-2162-4187-58AB8AE32C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284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g217c6b36605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1" name="Google Shape;2471;g217c6b36605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8" name="Google Shape;2488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5" name="Google Shape;2535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3">
          <a:extLst>
            <a:ext uri="{FF2B5EF4-FFF2-40B4-BE49-F238E27FC236}">
              <a16:creationId xmlns:a16="http://schemas.microsoft.com/office/drawing/2014/main" id="{6268BD98-F1CD-93F0-9E68-69C9AEA2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g184d99d1a72_0_2:notes">
            <a:extLst>
              <a:ext uri="{FF2B5EF4-FFF2-40B4-BE49-F238E27FC236}">
                <a16:creationId xmlns:a16="http://schemas.microsoft.com/office/drawing/2014/main" id="{283506D8-F98D-07AC-A3B7-3E0BDE328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5" name="Google Shape;2535;g184d99d1a72_0_2:notes">
            <a:extLst>
              <a:ext uri="{FF2B5EF4-FFF2-40B4-BE49-F238E27FC236}">
                <a16:creationId xmlns:a16="http://schemas.microsoft.com/office/drawing/2014/main" id="{25063B6D-0C6F-0352-287D-C72A69A71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9046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2">
          <a:extLst>
            <a:ext uri="{FF2B5EF4-FFF2-40B4-BE49-F238E27FC236}">
              <a16:creationId xmlns:a16="http://schemas.microsoft.com/office/drawing/2014/main" id="{95966F98-89AC-282B-EEBE-D95FA580F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54dda1946d_4_2701:notes">
            <a:extLst>
              <a:ext uri="{FF2B5EF4-FFF2-40B4-BE49-F238E27FC236}">
                <a16:creationId xmlns:a16="http://schemas.microsoft.com/office/drawing/2014/main" id="{F1B398C9-19D5-8A2A-7847-A6126666AA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54dda1946d_4_2701:notes">
            <a:extLst>
              <a:ext uri="{FF2B5EF4-FFF2-40B4-BE49-F238E27FC236}">
                <a16:creationId xmlns:a16="http://schemas.microsoft.com/office/drawing/2014/main" id="{B36E7336-7E98-BFFF-F5D4-CDB152A0AD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3721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2">
          <a:extLst>
            <a:ext uri="{FF2B5EF4-FFF2-40B4-BE49-F238E27FC236}">
              <a16:creationId xmlns:a16="http://schemas.microsoft.com/office/drawing/2014/main" id="{2553EC52-37CC-C1A0-30F0-ABD574FE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54dda1946d_4_2701:notes">
            <a:extLst>
              <a:ext uri="{FF2B5EF4-FFF2-40B4-BE49-F238E27FC236}">
                <a16:creationId xmlns:a16="http://schemas.microsoft.com/office/drawing/2014/main" id="{B7BD5681-8138-4B89-43E5-81253EFF9D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54dda1946d_4_2701:notes">
            <a:extLst>
              <a:ext uri="{FF2B5EF4-FFF2-40B4-BE49-F238E27FC236}">
                <a16:creationId xmlns:a16="http://schemas.microsoft.com/office/drawing/2014/main" id="{5243AEC8-A3F3-480A-79ED-937C6E7DB0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1561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2">
          <a:extLst>
            <a:ext uri="{FF2B5EF4-FFF2-40B4-BE49-F238E27FC236}">
              <a16:creationId xmlns:a16="http://schemas.microsoft.com/office/drawing/2014/main" id="{8A9DAF21-D2A0-E8C5-AC1B-6B442D67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54dda1946d_4_2701:notes">
            <a:extLst>
              <a:ext uri="{FF2B5EF4-FFF2-40B4-BE49-F238E27FC236}">
                <a16:creationId xmlns:a16="http://schemas.microsoft.com/office/drawing/2014/main" id="{F5C1914B-C477-B9C3-BE33-C3060D9A8D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54dda1946d_4_2701:notes">
            <a:extLst>
              <a:ext uri="{FF2B5EF4-FFF2-40B4-BE49-F238E27FC236}">
                <a16:creationId xmlns:a16="http://schemas.microsoft.com/office/drawing/2014/main" id="{161FC267-1ECD-867D-5B51-5872636A5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030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2">
          <a:extLst>
            <a:ext uri="{FF2B5EF4-FFF2-40B4-BE49-F238E27FC236}">
              <a16:creationId xmlns:a16="http://schemas.microsoft.com/office/drawing/2014/main" id="{CABC0C93-86D6-6CC2-DCF6-270FDA0A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54dda1946d_4_2701:notes">
            <a:extLst>
              <a:ext uri="{FF2B5EF4-FFF2-40B4-BE49-F238E27FC236}">
                <a16:creationId xmlns:a16="http://schemas.microsoft.com/office/drawing/2014/main" id="{1C2ED04F-CC6C-75A7-EB27-335E1C1EF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54dda1946d_4_2701:notes">
            <a:extLst>
              <a:ext uri="{FF2B5EF4-FFF2-40B4-BE49-F238E27FC236}">
                <a16:creationId xmlns:a16="http://schemas.microsoft.com/office/drawing/2014/main" id="{0D225D0A-FC9E-A69A-EDA1-09EED294B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97940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2">
          <a:extLst>
            <a:ext uri="{FF2B5EF4-FFF2-40B4-BE49-F238E27FC236}">
              <a16:creationId xmlns:a16="http://schemas.microsoft.com/office/drawing/2014/main" id="{ABA3F5A8-B5F4-9FB3-037C-DF4DF2A1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54dda1946d_4_2701:notes">
            <a:extLst>
              <a:ext uri="{FF2B5EF4-FFF2-40B4-BE49-F238E27FC236}">
                <a16:creationId xmlns:a16="http://schemas.microsoft.com/office/drawing/2014/main" id="{032995EC-8736-1C83-DF2D-D3EBB3AF31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54dda1946d_4_2701:notes">
            <a:extLst>
              <a:ext uri="{FF2B5EF4-FFF2-40B4-BE49-F238E27FC236}">
                <a16:creationId xmlns:a16="http://schemas.microsoft.com/office/drawing/2014/main" id="{E8BA1001-F9B9-006F-400F-B3FB819EE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147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2">
          <a:extLst>
            <a:ext uri="{FF2B5EF4-FFF2-40B4-BE49-F238E27FC236}">
              <a16:creationId xmlns:a16="http://schemas.microsoft.com/office/drawing/2014/main" id="{72616889-5809-6E73-791B-09C3D9C3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54dda1946d_4_2701:notes">
            <a:extLst>
              <a:ext uri="{FF2B5EF4-FFF2-40B4-BE49-F238E27FC236}">
                <a16:creationId xmlns:a16="http://schemas.microsoft.com/office/drawing/2014/main" id="{F37D4E4A-16E7-7C9F-33DF-D5FABDD569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54dda1946d_4_2701:notes">
            <a:extLst>
              <a:ext uri="{FF2B5EF4-FFF2-40B4-BE49-F238E27FC236}">
                <a16:creationId xmlns:a16="http://schemas.microsoft.com/office/drawing/2014/main" id="{C27AE830-797D-7E7C-F135-2CBD6863C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4672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2">
          <a:extLst>
            <a:ext uri="{FF2B5EF4-FFF2-40B4-BE49-F238E27FC236}">
              <a16:creationId xmlns:a16="http://schemas.microsoft.com/office/drawing/2014/main" id="{A7CAAA28-AE67-8B2F-ED71-2D2FAC84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54dda1946d_4_2701:notes">
            <a:extLst>
              <a:ext uri="{FF2B5EF4-FFF2-40B4-BE49-F238E27FC236}">
                <a16:creationId xmlns:a16="http://schemas.microsoft.com/office/drawing/2014/main" id="{3B44F136-0C09-91B1-7224-2DD947FEE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54dda1946d_4_2701:notes">
            <a:extLst>
              <a:ext uri="{FF2B5EF4-FFF2-40B4-BE49-F238E27FC236}">
                <a16:creationId xmlns:a16="http://schemas.microsoft.com/office/drawing/2014/main" id="{C8C42898-7119-E2B8-81BB-11421C230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7767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2">
          <a:extLst>
            <a:ext uri="{FF2B5EF4-FFF2-40B4-BE49-F238E27FC236}">
              <a16:creationId xmlns:a16="http://schemas.microsoft.com/office/drawing/2014/main" id="{942EF8AF-19AD-3C4E-CA51-3ABA2F22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54dda1946d_4_2701:notes">
            <a:extLst>
              <a:ext uri="{FF2B5EF4-FFF2-40B4-BE49-F238E27FC236}">
                <a16:creationId xmlns:a16="http://schemas.microsoft.com/office/drawing/2014/main" id="{6210CDEC-9BFF-4BBE-185F-7C8364F52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54dda1946d_4_2701:notes">
            <a:extLst>
              <a:ext uri="{FF2B5EF4-FFF2-40B4-BE49-F238E27FC236}">
                <a16:creationId xmlns:a16="http://schemas.microsoft.com/office/drawing/2014/main" id="{88B52B88-E9F9-5C80-B2D9-4378B7EC8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5656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2">
          <a:extLst>
            <a:ext uri="{FF2B5EF4-FFF2-40B4-BE49-F238E27FC236}">
              <a16:creationId xmlns:a16="http://schemas.microsoft.com/office/drawing/2014/main" id="{C1497B91-A841-7E93-1647-E6605F1F2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54dda1946d_4_2701:notes">
            <a:extLst>
              <a:ext uri="{FF2B5EF4-FFF2-40B4-BE49-F238E27FC236}">
                <a16:creationId xmlns:a16="http://schemas.microsoft.com/office/drawing/2014/main" id="{8EABDE40-6FA1-7CF5-23A9-1BAEAC66F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54dda1946d_4_2701:notes">
            <a:extLst>
              <a:ext uri="{FF2B5EF4-FFF2-40B4-BE49-F238E27FC236}">
                <a16:creationId xmlns:a16="http://schemas.microsoft.com/office/drawing/2014/main" id="{87D72E3B-6503-520F-C671-D40668AF4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90929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1" name="Google Shape;3211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781775"/>
            <a:ext cx="4783500" cy="243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064025"/>
            <a:ext cx="4783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41277" y="4211105"/>
            <a:ext cx="1109095" cy="932250"/>
            <a:chOff x="1507450" y="3919292"/>
            <a:chExt cx="953486" cy="801453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4807175" y="2378823"/>
            <a:ext cx="3450900" cy="15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5367575" y="1352850"/>
            <a:ext cx="2330100" cy="9357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>
            <a:spLocks noGrp="1"/>
          </p:cNvSpPr>
          <p:nvPr>
            <p:ph type="pic" idx="3"/>
          </p:nvPr>
        </p:nvSpPr>
        <p:spPr>
          <a:xfrm rot="-753846">
            <a:off x="1800135" y="1318050"/>
            <a:ext cx="1532191" cy="265532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oogle Shape;28;p3"/>
          <p:cNvGrpSpPr/>
          <p:nvPr/>
        </p:nvGrpSpPr>
        <p:grpSpPr>
          <a:xfrm>
            <a:off x="7580724" y="4358676"/>
            <a:ext cx="850067" cy="783895"/>
            <a:chOff x="3367697" y="4450908"/>
            <a:chExt cx="750015" cy="691570"/>
          </a:xfrm>
        </p:grpSpPr>
        <p:grpSp>
          <p:nvGrpSpPr>
            <p:cNvPr id="29" name="Google Shape;29;p3"/>
            <p:cNvGrpSpPr/>
            <p:nvPr/>
          </p:nvGrpSpPr>
          <p:grpSpPr>
            <a:xfrm>
              <a:off x="3950921" y="4839761"/>
              <a:ext cx="166791" cy="302717"/>
              <a:chOff x="3816307" y="2352225"/>
              <a:chExt cx="1213027" cy="2199981"/>
            </a:xfrm>
          </p:grpSpPr>
          <p:sp>
            <p:nvSpPr>
              <p:cNvPr id="30" name="Google Shape;30;p3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33;p3"/>
            <p:cNvGrpSpPr/>
            <p:nvPr/>
          </p:nvGrpSpPr>
          <p:grpSpPr>
            <a:xfrm>
              <a:off x="3367697" y="4737903"/>
              <a:ext cx="166782" cy="404575"/>
              <a:chOff x="3816313" y="1611982"/>
              <a:chExt cx="1212958" cy="2940225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>
              <a:off x="3608133" y="4450908"/>
              <a:ext cx="285045" cy="691541"/>
              <a:chOff x="3816313" y="1611982"/>
              <a:chExt cx="1212958" cy="2940225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-1338551" y="3533300"/>
            <a:ext cx="2989500" cy="29895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1"/>
          </p:nvPr>
        </p:nvSpPr>
        <p:spPr>
          <a:xfrm>
            <a:off x="4677978" y="2617764"/>
            <a:ext cx="3025200" cy="12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"/>
          <p:cNvSpPr txBox="1">
            <a:spLocks noGrp="1"/>
          </p:cNvSpPr>
          <p:nvPr>
            <p:ph type="subTitle" idx="2"/>
          </p:nvPr>
        </p:nvSpPr>
        <p:spPr>
          <a:xfrm>
            <a:off x="1440822" y="2617762"/>
            <a:ext cx="3026700" cy="12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subTitle" idx="3"/>
          </p:nvPr>
        </p:nvSpPr>
        <p:spPr>
          <a:xfrm>
            <a:off x="1440822" y="2237427"/>
            <a:ext cx="3026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subTitle" idx="4"/>
          </p:nvPr>
        </p:nvSpPr>
        <p:spPr>
          <a:xfrm>
            <a:off x="4677978" y="2237438"/>
            <a:ext cx="302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21" name="Google Shape;121;p5"/>
          <p:cNvGrpSpPr/>
          <p:nvPr/>
        </p:nvGrpSpPr>
        <p:grpSpPr>
          <a:xfrm rot="-5400000">
            <a:off x="5770006" y="-1428521"/>
            <a:ext cx="6382937" cy="1623549"/>
            <a:chOff x="713181" y="3935229"/>
            <a:chExt cx="6382937" cy="1623549"/>
          </a:xfrm>
        </p:grpSpPr>
        <p:sp>
          <p:nvSpPr>
            <p:cNvPr id="122" name="Google Shape;122;p5"/>
            <p:cNvSpPr/>
            <p:nvPr/>
          </p:nvSpPr>
          <p:spPr>
            <a:xfrm rot="5400000" flipH="1">
              <a:off x="3092875" y="1555535"/>
              <a:ext cx="1623549" cy="6382937"/>
            </a:xfrm>
            <a:custGeom>
              <a:avLst/>
              <a:gdLst/>
              <a:ahLst/>
              <a:cxnLst/>
              <a:rect l="l" t="t" r="r" b="b"/>
              <a:pathLst>
                <a:path w="12220" h="44059" extrusionOk="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" name="Google Shape;123;p5"/>
            <p:cNvGrpSpPr/>
            <p:nvPr/>
          </p:nvGrpSpPr>
          <p:grpSpPr>
            <a:xfrm rot="5400000" flipH="1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124" name="Google Shape;124;p5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3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65" extrusionOk="0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6" extrusionOk="0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6" extrusionOk="0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64" h="449" extrusionOk="0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1" extrusionOk="0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5" extrusionOk="0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77" extrusionOk="0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52" extrusionOk="0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15" extrusionOk="0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23" extrusionOk="0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35" extrusionOk="0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2" extrusionOk="0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0" h="396" extrusionOk="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8" extrusionOk="0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65" extrusionOk="0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77" extrusionOk="0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49" extrusionOk="0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28" extrusionOk="0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09" extrusionOk="0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8" name="Google Shape;208;p5"/>
          <p:cNvGrpSpPr/>
          <p:nvPr/>
        </p:nvGrpSpPr>
        <p:grpSpPr>
          <a:xfrm>
            <a:off x="-2955673" y="3282121"/>
            <a:ext cx="13848078" cy="1717216"/>
            <a:chOff x="3225200" y="1878300"/>
            <a:chExt cx="5251850" cy="651250"/>
          </a:xfrm>
        </p:grpSpPr>
        <p:sp>
          <p:nvSpPr>
            <p:cNvPr id="209" name="Google Shape;209;p5"/>
            <p:cNvSpPr/>
            <p:nvPr/>
          </p:nvSpPr>
          <p:spPr>
            <a:xfrm>
              <a:off x="3225200" y="1878300"/>
              <a:ext cx="5240150" cy="651250"/>
            </a:xfrm>
            <a:custGeom>
              <a:avLst/>
              <a:gdLst/>
              <a:ahLst/>
              <a:cxnLst/>
              <a:rect l="l" t="t" r="r" b="b"/>
              <a:pathLst>
                <a:path w="209606" h="26050" extrusionOk="0">
                  <a:moveTo>
                    <a:pt x="1" y="0"/>
                  </a:moveTo>
                  <a:lnTo>
                    <a:pt x="1" y="6104"/>
                  </a:lnTo>
                  <a:lnTo>
                    <a:pt x="55231" y="6104"/>
                  </a:lnTo>
                  <a:cubicBezTo>
                    <a:pt x="56305" y="6104"/>
                    <a:pt x="57177" y="6976"/>
                    <a:pt x="57177" y="8023"/>
                  </a:cubicBezTo>
                  <a:cubicBezTo>
                    <a:pt x="57177" y="9097"/>
                    <a:pt x="56305" y="9969"/>
                    <a:pt x="55231" y="9969"/>
                  </a:cubicBezTo>
                  <a:lnTo>
                    <a:pt x="36074" y="9969"/>
                  </a:lnTo>
                  <a:cubicBezTo>
                    <a:pt x="31714" y="9969"/>
                    <a:pt x="28170" y="13429"/>
                    <a:pt x="28052" y="17761"/>
                  </a:cubicBezTo>
                  <a:lnTo>
                    <a:pt x="28024" y="17761"/>
                  </a:lnTo>
                  <a:lnTo>
                    <a:pt x="28024" y="18026"/>
                  </a:lnTo>
                  <a:cubicBezTo>
                    <a:pt x="28024" y="22442"/>
                    <a:pt x="31630" y="26049"/>
                    <a:pt x="36074" y="26049"/>
                  </a:cubicBezTo>
                  <a:lnTo>
                    <a:pt x="209606" y="26049"/>
                  </a:lnTo>
                  <a:lnTo>
                    <a:pt x="209606" y="19945"/>
                  </a:lnTo>
                  <a:lnTo>
                    <a:pt x="36074" y="19945"/>
                  </a:lnTo>
                  <a:cubicBezTo>
                    <a:pt x="35091" y="19945"/>
                    <a:pt x="34274" y="19212"/>
                    <a:pt x="34156" y="18257"/>
                  </a:cubicBezTo>
                  <a:cubicBezTo>
                    <a:pt x="34156" y="18166"/>
                    <a:pt x="34128" y="18082"/>
                    <a:pt x="34128" y="17992"/>
                  </a:cubicBezTo>
                  <a:cubicBezTo>
                    <a:pt x="34128" y="16945"/>
                    <a:pt x="35000" y="16073"/>
                    <a:pt x="36074" y="16073"/>
                  </a:cubicBezTo>
                  <a:lnTo>
                    <a:pt x="55231" y="16073"/>
                  </a:lnTo>
                  <a:cubicBezTo>
                    <a:pt x="59682" y="16073"/>
                    <a:pt x="63281" y="12473"/>
                    <a:pt x="63281" y="8023"/>
                  </a:cubicBezTo>
                  <a:cubicBezTo>
                    <a:pt x="63281" y="3607"/>
                    <a:pt x="59682" y="0"/>
                    <a:pt x="552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3468675" y="1951725"/>
              <a:ext cx="24100" cy="5775"/>
            </a:xfrm>
            <a:custGeom>
              <a:avLst/>
              <a:gdLst/>
              <a:ahLst/>
              <a:cxnLst/>
              <a:rect l="l" t="t" r="r" b="b"/>
              <a:pathLst>
                <a:path w="964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342227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351592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3375025" y="1951725"/>
              <a:ext cx="23900" cy="5775"/>
            </a:xfrm>
            <a:custGeom>
              <a:avLst/>
              <a:gdLst/>
              <a:ahLst/>
              <a:cxnLst/>
              <a:rect l="l" t="t" r="r" b="b"/>
              <a:pathLst>
                <a:path w="956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38459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379865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3939550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3892300" y="1951725"/>
              <a:ext cx="24100" cy="5775"/>
            </a:xfrm>
            <a:custGeom>
              <a:avLst/>
              <a:gdLst/>
              <a:ahLst/>
              <a:cxnLst/>
              <a:rect l="l" t="t" r="r" b="b"/>
              <a:pathLst>
                <a:path w="964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3752075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3704825" y="1951725"/>
              <a:ext cx="23375" cy="5775"/>
            </a:xfrm>
            <a:custGeom>
              <a:avLst/>
              <a:gdLst/>
              <a:ahLst/>
              <a:cxnLst/>
              <a:rect l="l" t="t" r="r" b="b"/>
              <a:pathLst>
                <a:path w="935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3657725" y="1951725"/>
              <a:ext cx="23925" cy="5775"/>
            </a:xfrm>
            <a:custGeom>
              <a:avLst/>
              <a:gdLst/>
              <a:ahLst/>
              <a:cxnLst/>
              <a:rect l="l" t="t" r="r" b="b"/>
              <a:pathLst>
                <a:path w="957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3563200" y="1951725"/>
              <a:ext cx="24775" cy="5775"/>
            </a:xfrm>
            <a:custGeom>
              <a:avLst/>
              <a:gdLst/>
              <a:ahLst/>
              <a:cxnLst/>
              <a:rect l="l" t="t" r="r" b="b"/>
              <a:pathLst>
                <a:path w="991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91" y="230"/>
                  </a:lnTo>
                  <a:lnTo>
                    <a:pt x="9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361115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4715650" y="2028100"/>
              <a:ext cx="13100" cy="23925"/>
            </a:xfrm>
            <a:custGeom>
              <a:avLst/>
              <a:gdLst/>
              <a:ahLst/>
              <a:cxnLst/>
              <a:rect l="l" t="t" r="r" b="b"/>
              <a:pathLst>
                <a:path w="524" h="957" extrusionOk="0">
                  <a:moveTo>
                    <a:pt x="238" y="1"/>
                  </a:moveTo>
                  <a:lnTo>
                    <a:pt x="1" y="84"/>
                  </a:lnTo>
                  <a:cubicBezTo>
                    <a:pt x="147" y="349"/>
                    <a:pt x="238" y="635"/>
                    <a:pt x="294" y="956"/>
                  </a:cubicBezTo>
                  <a:lnTo>
                    <a:pt x="524" y="901"/>
                  </a:lnTo>
                  <a:cubicBezTo>
                    <a:pt x="468" y="580"/>
                    <a:pt x="350" y="287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4419875" y="1951725"/>
              <a:ext cx="24075" cy="5775"/>
            </a:xfrm>
            <a:custGeom>
              <a:avLst/>
              <a:gdLst/>
              <a:ahLst/>
              <a:cxnLst/>
              <a:rect l="l" t="t" r="r" b="b"/>
              <a:pathLst>
                <a:path w="963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437347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45144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4652525" y="1961825"/>
              <a:ext cx="23225" cy="16075"/>
            </a:xfrm>
            <a:custGeom>
              <a:avLst/>
              <a:gdLst/>
              <a:ahLst/>
              <a:cxnLst/>
              <a:rect l="l" t="t" r="r" b="b"/>
              <a:pathLst>
                <a:path w="929" h="643" extrusionOk="0">
                  <a:moveTo>
                    <a:pt x="84" y="1"/>
                  </a:moveTo>
                  <a:lnTo>
                    <a:pt x="0" y="210"/>
                  </a:lnTo>
                  <a:cubicBezTo>
                    <a:pt x="259" y="322"/>
                    <a:pt x="552" y="468"/>
                    <a:pt x="810" y="642"/>
                  </a:cubicBezTo>
                  <a:lnTo>
                    <a:pt x="928" y="468"/>
                  </a:lnTo>
                  <a:cubicBezTo>
                    <a:pt x="670" y="266"/>
                    <a:pt x="377" y="119"/>
                    <a:pt x="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456095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4690200" y="1988000"/>
              <a:ext cx="19725" cy="21825"/>
            </a:xfrm>
            <a:custGeom>
              <a:avLst/>
              <a:gdLst/>
              <a:ahLst/>
              <a:cxnLst/>
              <a:rect l="l" t="t" r="r" b="b"/>
              <a:pathLst>
                <a:path w="789" h="873" extrusionOk="0">
                  <a:moveTo>
                    <a:pt x="175" y="0"/>
                  </a:moveTo>
                  <a:lnTo>
                    <a:pt x="0" y="175"/>
                  </a:lnTo>
                  <a:cubicBezTo>
                    <a:pt x="210" y="412"/>
                    <a:pt x="412" y="642"/>
                    <a:pt x="586" y="872"/>
                  </a:cubicBezTo>
                  <a:lnTo>
                    <a:pt x="789" y="761"/>
                  </a:lnTo>
                  <a:cubicBezTo>
                    <a:pt x="586" y="495"/>
                    <a:pt x="384" y="237"/>
                    <a:pt x="1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4608225" y="1951725"/>
              <a:ext cx="23925" cy="8725"/>
            </a:xfrm>
            <a:custGeom>
              <a:avLst/>
              <a:gdLst/>
              <a:ahLst/>
              <a:cxnLst/>
              <a:rect l="l" t="t" r="r" b="b"/>
              <a:pathLst>
                <a:path w="957" h="349" extrusionOk="0">
                  <a:moveTo>
                    <a:pt x="0" y="0"/>
                  </a:moveTo>
                  <a:lnTo>
                    <a:pt x="0" y="230"/>
                  </a:lnTo>
                  <a:cubicBezTo>
                    <a:pt x="286" y="230"/>
                    <a:pt x="607" y="265"/>
                    <a:pt x="900" y="349"/>
                  </a:cubicBezTo>
                  <a:lnTo>
                    <a:pt x="956" y="119"/>
                  </a:lnTo>
                  <a:cubicBezTo>
                    <a:pt x="635" y="28"/>
                    <a:pt x="314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4467125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4091475" y="1951725"/>
              <a:ext cx="24075" cy="5775"/>
            </a:xfrm>
            <a:custGeom>
              <a:avLst/>
              <a:gdLst/>
              <a:ahLst/>
              <a:cxnLst/>
              <a:rect l="l" t="t" r="r" b="b"/>
              <a:pathLst>
                <a:path w="963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4044900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4326225" y="1951725"/>
              <a:ext cx="23900" cy="5775"/>
            </a:xfrm>
            <a:custGeom>
              <a:avLst/>
              <a:gdLst/>
              <a:ahLst/>
              <a:cxnLst/>
              <a:rect l="l" t="t" r="r" b="b"/>
              <a:pathLst>
                <a:path w="956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3965725" y="1951725"/>
              <a:ext cx="8750" cy="5775"/>
            </a:xfrm>
            <a:custGeom>
              <a:avLst/>
              <a:gdLst/>
              <a:ahLst/>
              <a:cxnLst/>
              <a:rect l="l" t="t" r="r" b="b"/>
              <a:pathLst>
                <a:path w="350" h="231" extrusionOk="0">
                  <a:moveTo>
                    <a:pt x="0" y="0"/>
                  </a:moveTo>
                  <a:lnTo>
                    <a:pt x="0" y="230"/>
                  </a:lnTo>
                  <a:lnTo>
                    <a:pt x="349" y="23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39978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4279650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4232375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413872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41860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431242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454717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450062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4453350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4124950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3998500" y="2296850"/>
              <a:ext cx="8750" cy="24100"/>
            </a:xfrm>
            <a:custGeom>
              <a:avLst/>
              <a:gdLst/>
              <a:ahLst/>
              <a:cxnLst/>
              <a:rect l="l" t="t" r="r" b="b"/>
              <a:pathLst>
                <a:path w="350" h="964" extrusionOk="0">
                  <a:moveTo>
                    <a:pt x="147" y="1"/>
                  </a:moveTo>
                  <a:cubicBezTo>
                    <a:pt x="57" y="322"/>
                    <a:pt x="1" y="643"/>
                    <a:pt x="1" y="964"/>
                  </a:cubicBezTo>
                  <a:lnTo>
                    <a:pt x="231" y="964"/>
                  </a:lnTo>
                  <a:cubicBezTo>
                    <a:pt x="231" y="671"/>
                    <a:pt x="287" y="350"/>
                    <a:pt x="350" y="64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4406100" y="2200925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4077700" y="2203200"/>
              <a:ext cx="24775" cy="12400"/>
            </a:xfrm>
            <a:custGeom>
              <a:avLst/>
              <a:gdLst/>
              <a:ahLst/>
              <a:cxnLst/>
              <a:rect l="l" t="t" r="r" b="b"/>
              <a:pathLst>
                <a:path w="991" h="496" extrusionOk="0">
                  <a:moveTo>
                    <a:pt x="928" y="1"/>
                  </a:moveTo>
                  <a:cubicBezTo>
                    <a:pt x="607" y="56"/>
                    <a:pt x="321" y="147"/>
                    <a:pt x="0" y="259"/>
                  </a:cubicBezTo>
                  <a:lnTo>
                    <a:pt x="84" y="496"/>
                  </a:lnTo>
                  <a:cubicBezTo>
                    <a:pt x="377" y="377"/>
                    <a:pt x="670" y="287"/>
                    <a:pt x="991" y="231"/>
                  </a:cubicBez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4010025" y="2253950"/>
              <a:ext cx="16750" cy="23400"/>
            </a:xfrm>
            <a:custGeom>
              <a:avLst/>
              <a:gdLst/>
              <a:ahLst/>
              <a:cxnLst/>
              <a:rect l="l" t="t" r="r" b="b"/>
              <a:pathLst>
                <a:path w="670" h="936" extrusionOk="0">
                  <a:moveTo>
                    <a:pt x="468" y="1"/>
                  </a:moveTo>
                  <a:cubicBezTo>
                    <a:pt x="293" y="266"/>
                    <a:pt x="119" y="524"/>
                    <a:pt x="0" y="817"/>
                  </a:cubicBezTo>
                  <a:lnTo>
                    <a:pt x="210" y="936"/>
                  </a:lnTo>
                  <a:cubicBezTo>
                    <a:pt x="321" y="643"/>
                    <a:pt x="496" y="384"/>
                    <a:pt x="670" y="119"/>
                  </a:cubicBez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4037750" y="2221350"/>
              <a:ext cx="21825" cy="18850"/>
            </a:xfrm>
            <a:custGeom>
              <a:avLst/>
              <a:gdLst/>
              <a:ahLst/>
              <a:cxnLst/>
              <a:rect l="l" t="t" r="r" b="b"/>
              <a:pathLst>
                <a:path w="873" h="754" extrusionOk="0">
                  <a:moveTo>
                    <a:pt x="754" y="0"/>
                  </a:moveTo>
                  <a:cubicBezTo>
                    <a:pt x="496" y="147"/>
                    <a:pt x="231" y="349"/>
                    <a:pt x="0" y="579"/>
                  </a:cubicBezTo>
                  <a:lnTo>
                    <a:pt x="175" y="754"/>
                  </a:lnTo>
                  <a:cubicBezTo>
                    <a:pt x="377" y="551"/>
                    <a:pt x="635" y="349"/>
                    <a:pt x="873" y="175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4725075" y="2074500"/>
              <a:ext cx="7350" cy="24075"/>
            </a:xfrm>
            <a:custGeom>
              <a:avLst/>
              <a:gdLst/>
              <a:ahLst/>
              <a:cxnLst/>
              <a:rect l="l" t="t" r="r" b="b"/>
              <a:pathLst>
                <a:path w="294" h="963" extrusionOk="0">
                  <a:moveTo>
                    <a:pt x="35" y="0"/>
                  </a:moveTo>
                  <a:cubicBezTo>
                    <a:pt x="63" y="63"/>
                    <a:pt x="63" y="119"/>
                    <a:pt x="63" y="175"/>
                  </a:cubicBezTo>
                  <a:cubicBezTo>
                    <a:pt x="63" y="440"/>
                    <a:pt x="35" y="670"/>
                    <a:pt x="0" y="900"/>
                  </a:cubicBezTo>
                  <a:lnTo>
                    <a:pt x="238" y="963"/>
                  </a:lnTo>
                  <a:cubicBezTo>
                    <a:pt x="266" y="698"/>
                    <a:pt x="293" y="440"/>
                    <a:pt x="293" y="175"/>
                  </a:cubicBezTo>
                  <a:lnTo>
                    <a:pt x="2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4594275" y="2200250"/>
              <a:ext cx="23400" cy="6650"/>
            </a:xfrm>
            <a:custGeom>
              <a:avLst/>
              <a:gdLst/>
              <a:ahLst/>
              <a:cxnLst/>
              <a:rect l="l" t="t" r="r" b="b"/>
              <a:pathLst>
                <a:path w="936" h="266" extrusionOk="0">
                  <a:moveTo>
                    <a:pt x="935" y="0"/>
                  </a:moveTo>
                  <a:cubicBezTo>
                    <a:pt x="761" y="28"/>
                    <a:pt x="586" y="28"/>
                    <a:pt x="412" y="28"/>
                  </a:cubicBezTo>
                  <a:lnTo>
                    <a:pt x="0" y="28"/>
                  </a:lnTo>
                  <a:lnTo>
                    <a:pt x="0" y="265"/>
                  </a:lnTo>
                  <a:lnTo>
                    <a:pt x="412" y="265"/>
                  </a:lnTo>
                  <a:cubicBezTo>
                    <a:pt x="586" y="265"/>
                    <a:pt x="761" y="265"/>
                    <a:pt x="935" y="230"/>
                  </a:cubicBez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4639450" y="2187150"/>
              <a:ext cx="23900" cy="14500"/>
            </a:xfrm>
            <a:custGeom>
              <a:avLst/>
              <a:gdLst/>
              <a:ahLst/>
              <a:cxnLst/>
              <a:rect l="l" t="t" r="r" b="b"/>
              <a:pathLst>
                <a:path w="956" h="580" extrusionOk="0">
                  <a:moveTo>
                    <a:pt x="872" y="1"/>
                  </a:moveTo>
                  <a:cubicBezTo>
                    <a:pt x="579" y="147"/>
                    <a:pt x="286" y="266"/>
                    <a:pt x="0" y="350"/>
                  </a:cubicBezTo>
                  <a:lnTo>
                    <a:pt x="84" y="580"/>
                  </a:lnTo>
                  <a:cubicBezTo>
                    <a:pt x="377" y="468"/>
                    <a:pt x="698" y="350"/>
                    <a:pt x="956" y="203"/>
                  </a:cubicBezTo>
                  <a:lnTo>
                    <a:pt x="8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4680075" y="2158900"/>
              <a:ext cx="21125" cy="20250"/>
            </a:xfrm>
            <a:custGeom>
              <a:avLst/>
              <a:gdLst/>
              <a:ahLst/>
              <a:cxnLst/>
              <a:rect l="l" t="t" r="r" b="b"/>
              <a:pathLst>
                <a:path w="845" h="810" extrusionOk="0">
                  <a:moveTo>
                    <a:pt x="670" y="1"/>
                  </a:moveTo>
                  <a:cubicBezTo>
                    <a:pt x="468" y="231"/>
                    <a:pt x="231" y="433"/>
                    <a:pt x="1" y="636"/>
                  </a:cubicBezTo>
                  <a:lnTo>
                    <a:pt x="147" y="810"/>
                  </a:lnTo>
                  <a:cubicBezTo>
                    <a:pt x="405" y="608"/>
                    <a:pt x="642" y="405"/>
                    <a:pt x="845" y="140"/>
                  </a:cubicBezTo>
                  <a:lnTo>
                    <a:pt x="6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4709900" y="2119675"/>
              <a:ext cx="15200" cy="23200"/>
            </a:xfrm>
            <a:custGeom>
              <a:avLst/>
              <a:gdLst/>
              <a:ahLst/>
              <a:cxnLst/>
              <a:rect l="l" t="t" r="r" b="b"/>
              <a:pathLst>
                <a:path w="608" h="928" extrusionOk="0">
                  <a:moveTo>
                    <a:pt x="377" y="0"/>
                  </a:moveTo>
                  <a:cubicBezTo>
                    <a:pt x="294" y="286"/>
                    <a:pt x="147" y="551"/>
                    <a:pt x="1" y="809"/>
                  </a:cubicBezTo>
                  <a:lnTo>
                    <a:pt x="203" y="928"/>
                  </a:lnTo>
                  <a:cubicBezTo>
                    <a:pt x="377" y="663"/>
                    <a:pt x="496" y="377"/>
                    <a:pt x="607" y="84"/>
                  </a:cubicBezTo>
                  <a:lnTo>
                    <a:pt x="3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4171350" y="2200925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426587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4359700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4218600" y="2200925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50172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49701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5111025" y="2450150"/>
              <a:ext cx="24800" cy="5975"/>
            </a:xfrm>
            <a:custGeom>
              <a:avLst/>
              <a:gdLst/>
              <a:ahLst/>
              <a:cxnLst/>
              <a:rect l="l" t="t" r="r" b="b"/>
              <a:pathLst>
                <a:path w="992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50637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46881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464152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492285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4594275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48762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4829025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47353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47826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539375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5346475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54874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5440125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52999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52526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52062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515900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43131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45478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45006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445335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412635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3998500" y="2336100"/>
              <a:ext cx="9450" cy="24100"/>
            </a:xfrm>
            <a:custGeom>
              <a:avLst/>
              <a:gdLst/>
              <a:ahLst/>
              <a:cxnLst/>
              <a:rect l="l" t="t" r="r" b="b"/>
              <a:pathLst>
                <a:path w="378" h="964" extrusionOk="0">
                  <a:moveTo>
                    <a:pt x="1" y="0"/>
                  </a:moveTo>
                  <a:cubicBezTo>
                    <a:pt x="29" y="321"/>
                    <a:pt x="57" y="642"/>
                    <a:pt x="147" y="963"/>
                  </a:cubicBezTo>
                  <a:lnTo>
                    <a:pt x="378" y="900"/>
                  </a:lnTo>
                  <a:cubicBezTo>
                    <a:pt x="287" y="614"/>
                    <a:pt x="259" y="293"/>
                    <a:pt x="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4406800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4079775" y="2441450"/>
              <a:ext cx="24100" cy="12400"/>
            </a:xfrm>
            <a:custGeom>
              <a:avLst/>
              <a:gdLst/>
              <a:ahLst/>
              <a:cxnLst/>
              <a:rect l="l" t="t" r="r" b="b"/>
              <a:pathLst>
                <a:path w="964" h="496" extrusionOk="0">
                  <a:moveTo>
                    <a:pt x="91" y="0"/>
                  </a:moveTo>
                  <a:lnTo>
                    <a:pt x="1" y="237"/>
                  </a:lnTo>
                  <a:cubicBezTo>
                    <a:pt x="294" y="349"/>
                    <a:pt x="615" y="440"/>
                    <a:pt x="908" y="495"/>
                  </a:cubicBezTo>
                  <a:lnTo>
                    <a:pt x="963" y="265"/>
                  </a:lnTo>
                  <a:cubicBezTo>
                    <a:pt x="670" y="209"/>
                    <a:pt x="384" y="119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4010025" y="2380400"/>
              <a:ext cx="16750" cy="22700"/>
            </a:xfrm>
            <a:custGeom>
              <a:avLst/>
              <a:gdLst/>
              <a:ahLst/>
              <a:cxnLst/>
              <a:rect l="l" t="t" r="r" b="b"/>
              <a:pathLst>
                <a:path w="670" h="908" extrusionOk="0">
                  <a:moveTo>
                    <a:pt x="210" y="0"/>
                  </a:moveTo>
                  <a:lnTo>
                    <a:pt x="0" y="91"/>
                  </a:lnTo>
                  <a:cubicBezTo>
                    <a:pt x="147" y="384"/>
                    <a:pt x="293" y="642"/>
                    <a:pt x="496" y="907"/>
                  </a:cubicBezTo>
                  <a:lnTo>
                    <a:pt x="670" y="789"/>
                  </a:lnTo>
                  <a:cubicBezTo>
                    <a:pt x="496" y="524"/>
                    <a:pt x="349" y="266"/>
                    <a:pt x="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4039850" y="2416850"/>
              <a:ext cx="21825" cy="19550"/>
            </a:xfrm>
            <a:custGeom>
              <a:avLst/>
              <a:gdLst/>
              <a:ahLst/>
              <a:cxnLst/>
              <a:rect l="l" t="t" r="r" b="b"/>
              <a:pathLst>
                <a:path w="873" h="782" extrusionOk="0">
                  <a:moveTo>
                    <a:pt x="147" y="0"/>
                  </a:moveTo>
                  <a:lnTo>
                    <a:pt x="0" y="175"/>
                  </a:lnTo>
                  <a:cubicBezTo>
                    <a:pt x="237" y="405"/>
                    <a:pt x="468" y="607"/>
                    <a:pt x="761" y="782"/>
                  </a:cubicBezTo>
                  <a:lnTo>
                    <a:pt x="872" y="579"/>
                  </a:lnTo>
                  <a:cubicBezTo>
                    <a:pt x="614" y="405"/>
                    <a:pt x="377" y="231"/>
                    <a:pt x="1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417135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42658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43597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42186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638120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4" y="238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63348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6475050" y="2450150"/>
              <a:ext cx="24600" cy="5975"/>
            </a:xfrm>
            <a:custGeom>
              <a:avLst/>
              <a:gdLst/>
              <a:ahLst/>
              <a:cxnLst/>
              <a:rect l="l" t="t" r="r" b="b"/>
              <a:pathLst>
                <a:path w="98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84" y="238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64284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60528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60062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62875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595897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6240300" y="2450150"/>
              <a:ext cx="23900" cy="5975"/>
            </a:xfrm>
            <a:custGeom>
              <a:avLst/>
              <a:gdLst/>
              <a:ahLst/>
              <a:cxnLst/>
              <a:rect l="l" t="t" r="r" b="b"/>
              <a:pathLst>
                <a:path w="95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619372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61000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6146475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67584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67111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68521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6804850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6663925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66173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65702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65237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67715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11900" y="2450150"/>
              <a:ext cx="23900" cy="5975"/>
            </a:xfrm>
            <a:custGeom>
              <a:avLst/>
              <a:gdLst/>
              <a:ahLst/>
              <a:cxnLst/>
              <a:rect l="l" t="t" r="r" b="b"/>
              <a:pathLst>
                <a:path w="95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8653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8180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7715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5360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629875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7244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583325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69939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69473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7087550" y="2450150"/>
              <a:ext cx="24775" cy="5975"/>
            </a:xfrm>
            <a:custGeom>
              <a:avLst/>
              <a:gdLst/>
              <a:ahLst/>
              <a:cxnLst/>
              <a:rect l="l" t="t" r="r" b="b"/>
              <a:pathLst>
                <a:path w="991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70411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6900075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737025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7323700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74647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74175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72766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72300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71827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71362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83586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8311350" y="2450150"/>
              <a:ext cx="23900" cy="5975"/>
            </a:xfrm>
            <a:custGeom>
              <a:avLst/>
              <a:gdLst/>
              <a:ahLst/>
              <a:cxnLst/>
              <a:rect l="l" t="t" r="r" b="b"/>
              <a:pathLst>
                <a:path w="95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8452250" y="2450150"/>
              <a:ext cx="24800" cy="5975"/>
            </a:xfrm>
            <a:custGeom>
              <a:avLst/>
              <a:gdLst/>
              <a:ahLst/>
              <a:cxnLst/>
              <a:rect l="l" t="t" r="r" b="b"/>
              <a:pathLst>
                <a:path w="992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840500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803002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7982925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826477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79363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82175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81711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807660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81238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76543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78891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784185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77954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774820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751345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76071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77016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75600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" name="Google Shape;357;p5"/>
          <p:cNvGrpSpPr/>
          <p:nvPr/>
        </p:nvGrpSpPr>
        <p:grpSpPr>
          <a:xfrm flipH="1">
            <a:off x="632493" y="4513137"/>
            <a:ext cx="514249" cy="630515"/>
            <a:chOff x="1551613" y="4513162"/>
            <a:chExt cx="514249" cy="630515"/>
          </a:xfrm>
        </p:grpSpPr>
        <p:grpSp>
          <p:nvGrpSpPr>
            <p:cNvPr id="358" name="Google Shape;358;p5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359" name="Google Shape;359;p5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5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5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" name="Google Shape;362;p5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363" name="Google Shape;363;p5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5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5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6" name="Google Shape;366;p5"/>
          <p:cNvGrpSpPr/>
          <p:nvPr/>
        </p:nvGrpSpPr>
        <p:grpSpPr>
          <a:xfrm>
            <a:off x="7515019" y="3763859"/>
            <a:ext cx="1185128" cy="1127605"/>
            <a:chOff x="7900788" y="3763745"/>
            <a:chExt cx="1185128" cy="1127605"/>
          </a:xfrm>
        </p:grpSpPr>
        <p:grpSp>
          <p:nvGrpSpPr>
            <p:cNvPr id="367" name="Google Shape;367;p5"/>
            <p:cNvGrpSpPr/>
            <p:nvPr/>
          </p:nvGrpSpPr>
          <p:grpSpPr>
            <a:xfrm>
              <a:off x="7900788" y="4339435"/>
              <a:ext cx="1185128" cy="551915"/>
              <a:chOff x="7728113" y="4430335"/>
              <a:chExt cx="1185128" cy="551915"/>
            </a:xfrm>
          </p:grpSpPr>
          <p:sp>
            <p:nvSpPr>
              <p:cNvPr id="368" name="Google Shape;368;p5"/>
              <p:cNvSpPr/>
              <p:nvPr/>
            </p:nvSpPr>
            <p:spPr>
              <a:xfrm>
                <a:off x="7728113" y="4848450"/>
                <a:ext cx="993600" cy="133800"/>
              </a:xfrm>
              <a:prstGeom prst="ellipse">
                <a:avLst/>
              </a:prstGeom>
              <a:solidFill>
                <a:srgbClr val="897FBB">
                  <a:alpha val="291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9" name="Google Shape;369;p5"/>
              <p:cNvGrpSpPr/>
              <p:nvPr/>
            </p:nvGrpSpPr>
            <p:grpSpPr>
              <a:xfrm>
                <a:off x="7740297" y="4430335"/>
                <a:ext cx="1172944" cy="463143"/>
                <a:chOff x="2434350" y="2965420"/>
                <a:chExt cx="3877500" cy="1531050"/>
              </a:xfrm>
            </p:grpSpPr>
            <p:sp>
              <p:nvSpPr>
                <p:cNvPr id="370" name="Google Shape;370;p5"/>
                <p:cNvSpPr/>
                <p:nvPr/>
              </p:nvSpPr>
              <p:spPr>
                <a:xfrm>
                  <a:off x="3554346" y="3159217"/>
                  <a:ext cx="2687909" cy="73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4" h="3717" extrusionOk="0">
                      <a:moveTo>
                        <a:pt x="13509" y="0"/>
                      </a:moveTo>
                      <a:lnTo>
                        <a:pt x="0" y="938"/>
                      </a:lnTo>
                      <a:lnTo>
                        <a:pt x="572" y="3717"/>
                      </a:lnTo>
                      <a:lnTo>
                        <a:pt x="9695" y="3118"/>
                      </a:lnTo>
                      <a:lnTo>
                        <a:pt x="13634" y="1687"/>
                      </a:lnTo>
                      <a:lnTo>
                        <a:pt x="135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5"/>
                <p:cNvSpPr/>
                <p:nvPr/>
              </p:nvSpPr>
              <p:spPr>
                <a:xfrm>
                  <a:off x="3554346" y="3166604"/>
                  <a:ext cx="2687909" cy="73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4" h="3717" extrusionOk="0">
                      <a:moveTo>
                        <a:pt x="13509" y="0"/>
                      </a:moveTo>
                      <a:lnTo>
                        <a:pt x="0" y="938"/>
                      </a:lnTo>
                      <a:lnTo>
                        <a:pt x="572" y="3717"/>
                      </a:lnTo>
                      <a:lnTo>
                        <a:pt x="9695" y="3118"/>
                      </a:lnTo>
                      <a:lnTo>
                        <a:pt x="13634" y="1687"/>
                      </a:lnTo>
                      <a:lnTo>
                        <a:pt x="1350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5"/>
                <p:cNvSpPr/>
                <p:nvPr/>
              </p:nvSpPr>
              <p:spPr>
                <a:xfrm>
                  <a:off x="3731582" y="3088440"/>
                  <a:ext cx="458959" cy="476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8" h="2416" extrusionOk="0">
                      <a:moveTo>
                        <a:pt x="1142" y="1"/>
                      </a:moveTo>
                      <a:cubicBezTo>
                        <a:pt x="1120" y="1"/>
                        <a:pt x="1098" y="1"/>
                        <a:pt x="1075" y="3"/>
                      </a:cubicBezTo>
                      <a:lnTo>
                        <a:pt x="843" y="16"/>
                      </a:lnTo>
                      <a:lnTo>
                        <a:pt x="856" y="45"/>
                      </a:lnTo>
                      <a:cubicBezTo>
                        <a:pt x="353" y="196"/>
                        <a:pt x="0" y="699"/>
                        <a:pt x="39" y="1284"/>
                      </a:cubicBezTo>
                      <a:cubicBezTo>
                        <a:pt x="82" y="1856"/>
                        <a:pt x="503" y="2320"/>
                        <a:pt x="1007" y="2402"/>
                      </a:cubicBezTo>
                      <a:lnTo>
                        <a:pt x="1020" y="2415"/>
                      </a:lnTo>
                      <a:lnTo>
                        <a:pt x="1239" y="2402"/>
                      </a:lnTo>
                      <a:cubicBezTo>
                        <a:pt x="1866" y="2360"/>
                        <a:pt x="2327" y="1788"/>
                        <a:pt x="2275" y="1134"/>
                      </a:cubicBezTo>
                      <a:cubicBezTo>
                        <a:pt x="2234" y="491"/>
                        <a:pt x="1726" y="1"/>
                        <a:pt x="1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5"/>
                <p:cNvSpPr/>
                <p:nvPr/>
              </p:nvSpPr>
              <p:spPr>
                <a:xfrm>
                  <a:off x="3717978" y="3091200"/>
                  <a:ext cx="394492" cy="473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1" h="2404" extrusionOk="0">
                      <a:moveTo>
                        <a:pt x="952" y="1"/>
                      </a:moveTo>
                      <a:cubicBezTo>
                        <a:pt x="939" y="1"/>
                        <a:pt x="926" y="1"/>
                        <a:pt x="912" y="2"/>
                      </a:cubicBezTo>
                      <a:cubicBezTo>
                        <a:pt x="396" y="44"/>
                        <a:pt x="0" y="616"/>
                        <a:pt x="40" y="1270"/>
                      </a:cubicBezTo>
                      <a:cubicBezTo>
                        <a:pt x="81" y="1913"/>
                        <a:pt x="525" y="2403"/>
                        <a:pt x="1031" y="2403"/>
                      </a:cubicBezTo>
                      <a:cubicBezTo>
                        <a:pt x="1050" y="2403"/>
                        <a:pt x="1070" y="2403"/>
                        <a:pt x="1089" y="2401"/>
                      </a:cubicBezTo>
                      <a:cubicBezTo>
                        <a:pt x="1609" y="2372"/>
                        <a:pt x="2001" y="1800"/>
                        <a:pt x="1962" y="1146"/>
                      </a:cubicBezTo>
                      <a:cubicBezTo>
                        <a:pt x="1920" y="496"/>
                        <a:pt x="1469" y="1"/>
                        <a:pt x="9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5"/>
                <p:cNvSpPr/>
                <p:nvPr/>
              </p:nvSpPr>
              <p:spPr>
                <a:xfrm>
                  <a:off x="5541003" y="2965420"/>
                  <a:ext cx="459551" cy="475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1" h="2412" extrusionOk="0">
                      <a:moveTo>
                        <a:pt x="1150" y="0"/>
                      </a:moveTo>
                      <a:cubicBezTo>
                        <a:pt x="1125" y="0"/>
                        <a:pt x="1101" y="1"/>
                        <a:pt x="1076" y="3"/>
                      </a:cubicBezTo>
                      <a:lnTo>
                        <a:pt x="844" y="16"/>
                      </a:lnTo>
                      <a:lnTo>
                        <a:pt x="860" y="42"/>
                      </a:lnTo>
                      <a:cubicBezTo>
                        <a:pt x="353" y="192"/>
                        <a:pt x="0" y="695"/>
                        <a:pt x="43" y="1281"/>
                      </a:cubicBezTo>
                      <a:cubicBezTo>
                        <a:pt x="82" y="1853"/>
                        <a:pt x="504" y="2317"/>
                        <a:pt x="1007" y="2385"/>
                      </a:cubicBezTo>
                      <a:lnTo>
                        <a:pt x="1023" y="2412"/>
                      </a:lnTo>
                      <a:lnTo>
                        <a:pt x="1239" y="2398"/>
                      </a:lnTo>
                      <a:cubicBezTo>
                        <a:pt x="1867" y="2356"/>
                        <a:pt x="2331" y="1784"/>
                        <a:pt x="2275" y="1117"/>
                      </a:cubicBezTo>
                      <a:cubicBezTo>
                        <a:pt x="2235" y="489"/>
                        <a:pt x="1744" y="0"/>
                        <a:pt x="11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5"/>
                <p:cNvSpPr/>
                <p:nvPr/>
              </p:nvSpPr>
              <p:spPr>
                <a:xfrm>
                  <a:off x="5527399" y="2967983"/>
                  <a:ext cx="395281" cy="47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2402" extrusionOk="0">
                      <a:moveTo>
                        <a:pt x="974" y="0"/>
                      </a:moveTo>
                      <a:cubicBezTo>
                        <a:pt x="953" y="0"/>
                        <a:pt x="933" y="1"/>
                        <a:pt x="913" y="3"/>
                      </a:cubicBezTo>
                      <a:cubicBezTo>
                        <a:pt x="396" y="42"/>
                        <a:pt x="1" y="601"/>
                        <a:pt x="43" y="1268"/>
                      </a:cubicBezTo>
                      <a:cubicBezTo>
                        <a:pt x="81" y="1908"/>
                        <a:pt x="523" y="2401"/>
                        <a:pt x="1030" y="2401"/>
                      </a:cubicBezTo>
                      <a:cubicBezTo>
                        <a:pt x="1051" y="2401"/>
                        <a:pt x="1072" y="2400"/>
                        <a:pt x="1092" y="2399"/>
                      </a:cubicBezTo>
                      <a:cubicBezTo>
                        <a:pt x="1609" y="2359"/>
                        <a:pt x="2004" y="1800"/>
                        <a:pt x="1962" y="1134"/>
                      </a:cubicBezTo>
                      <a:cubicBezTo>
                        <a:pt x="1924" y="505"/>
                        <a:pt x="1481" y="0"/>
                        <a:pt x="9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5"/>
                <p:cNvSpPr/>
                <p:nvPr/>
              </p:nvSpPr>
              <p:spPr>
                <a:xfrm>
                  <a:off x="3554346" y="3159217"/>
                  <a:ext cx="2671743" cy="28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2" h="1455" extrusionOk="0">
                      <a:moveTo>
                        <a:pt x="13509" y="0"/>
                      </a:moveTo>
                      <a:lnTo>
                        <a:pt x="0" y="938"/>
                      </a:lnTo>
                      <a:lnTo>
                        <a:pt x="108" y="1455"/>
                      </a:lnTo>
                      <a:lnTo>
                        <a:pt x="13552" y="530"/>
                      </a:lnTo>
                      <a:lnTo>
                        <a:pt x="1350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" name="Google Shape;377;p5"/>
                <p:cNvSpPr/>
                <p:nvPr/>
              </p:nvSpPr>
              <p:spPr>
                <a:xfrm>
                  <a:off x="3777320" y="3773926"/>
                  <a:ext cx="1688371" cy="665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4" h="3377" extrusionOk="0">
                      <a:moveTo>
                        <a:pt x="8564" y="0"/>
                      </a:moveTo>
                      <a:lnTo>
                        <a:pt x="0" y="559"/>
                      </a:lnTo>
                      <a:lnTo>
                        <a:pt x="1046" y="3377"/>
                      </a:lnTo>
                      <a:lnTo>
                        <a:pt x="5050" y="3093"/>
                      </a:lnTo>
                      <a:lnTo>
                        <a:pt x="856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" name="Google Shape;378;p5"/>
                <p:cNvSpPr/>
                <p:nvPr/>
              </p:nvSpPr>
              <p:spPr>
                <a:xfrm>
                  <a:off x="2488368" y="3233936"/>
                  <a:ext cx="2687515" cy="738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2" h="3747" extrusionOk="0">
                      <a:moveTo>
                        <a:pt x="13510" y="0"/>
                      </a:moveTo>
                      <a:lnTo>
                        <a:pt x="1" y="929"/>
                      </a:lnTo>
                      <a:lnTo>
                        <a:pt x="573" y="3746"/>
                      </a:lnTo>
                      <a:lnTo>
                        <a:pt x="9696" y="3106"/>
                      </a:lnTo>
                      <a:lnTo>
                        <a:pt x="13631" y="1690"/>
                      </a:lnTo>
                      <a:lnTo>
                        <a:pt x="1351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" name="Google Shape;379;p5"/>
                <p:cNvSpPr/>
                <p:nvPr/>
              </p:nvSpPr>
              <p:spPr>
                <a:xfrm>
                  <a:off x="2751363" y="3548388"/>
                  <a:ext cx="1860678" cy="948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8" h="4809" extrusionOk="0">
                      <a:moveTo>
                        <a:pt x="9437" y="0"/>
                      </a:moveTo>
                      <a:lnTo>
                        <a:pt x="1" y="1850"/>
                      </a:lnTo>
                      <a:lnTo>
                        <a:pt x="1962" y="4809"/>
                      </a:lnTo>
                      <a:lnTo>
                        <a:pt x="6250" y="4521"/>
                      </a:lnTo>
                      <a:lnTo>
                        <a:pt x="943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" name="Google Shape;380;p5"/>
                <p:cNvSpPr/>
                <p:nvPr/>
              </p:nvSpPr>
              <p:spPr>
                <a:xfrm>
                  <a:off x="2875172" y="3891821"/>
                  <a:ext cx="826837" cy="550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4" h="2793" extrusionOk="0">
                      <a:moveTo>
                        <a:pt x="4017" y="1"/>
                      </a:moveTo>
                      <a:lnTo>
                        <a:pt x="0" y="288"/>
                      </a:lnTo>
                      <a:lnTo>
                        <a:pt x="1661" y="2792"/>
                      </a:lnTo>
                      <a:lnTo>
                        <a:pt x="4194" y="2616"/>
                      </a:lnTo>
                      <a:lnTo>
                        <a:pt x="401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" name="Google Shape;381;p5"/>
                <p:cNvSpPr/>
                <p:nvPr/>
              </p:nvSpPr>
              <p:spPr>
                <a:xfrm>
                  <a:off x="3084543" y="3891821"/>
                  <a:ext cx="604060" cy="368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4" h="1867" extrusionOk="0">
                      <a:moveTo>
                        <a:pt x="2955" y="1"/>
                      </a:moveTo>
                      <a:lnTo>
                        <a:pt x="504" y="177"/>
                      </a:lnTo>
                      <a:cubicBezTo>
                        <a:pt x="327" y="272"/>
                        <a:pt x="0" y="504"/>
                        <a:pt x="0" y="504"/>
                      </a:cubicBezTo>
                      <a:lnTo>
                        <a:pt x="1347" y="533"/>
                      </a:lnTo>
                      <a:lnTo>
                        <a:pt x="327" y="1171"/>
                      </a:lnTo>
                      <a:lnTo>
                        <a:pt x="1537" y="1089"/>
                      </a:lnTo>
                      <a:lnTo>
                        <a:pt x="1076" y="1867"/>
                      </a:lnTo>
                      <a:lnTo>
                        <a:pt x="2014" y="1403"/>
                      </a:lnTo>
                      <a:lnTo>
                        <a:pt x="2246" y="1824"/>
                      </a:lnTo>
                      <a:lnTo>
                        <a:pt x="2615" y="1269"/>
                      </a:lnTo>
                      <a:lnTo>
                        <a:pt x="2955" y="1743"/>
                      </a:lnTo>
                      <a:cubicBezTo>
                        <a:pt x="2955" y="1743"/>
                        <a:pt x="3024" y="1622"/>
                        <a:pt x="3063" y="1553"/>
                      </a:cubicBezTo>
                      <a:lnTo>
                        <a:pt x="29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" name="Google Shape;382;p5"/>
                <p:cNvSpPr/>
                <p:nvPr/>
              </p:nvSpPr>
              <p:spPr>
                <a:xfrm>
                  <a:off x="3747551" y="3846082"/>
                  <a:ext cx="577642" cy="5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" h="2822" extrusionOk="0">
                      <a:moveTo>
                        <a:pt x="2929" y="1"/>
                      </a:moveTo>
                      <a:lnTo>
                        <a:pt x="1" y="206"/>
                      </a:lnTo>
                      <a:lnTo>
                        <a:pt x="177" y="2821"/>
                      </a:lnTo>
                      <a:lnTo>
                        <a:pt x="981" y="2766"/>
                      </a:lnTo>
                      <a:lnTo>
                        <a:pt x="2929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" name="Google Shape;383;p5"/>
                <p:cNvSpPr/>
                <p:nvPr/>
              </p:nvSpPr>
              <p:spPr>
                <a:xfrm>
                  <a:off x="4026712" y="3773926"/>
                  <a:ext cx="1438980" cy="606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9" h="3077" extrusionOk="0">
                      <a:moveTo>
                        <a:pt x="7299" y="0"/>
                      </a:moveTo>
                      <a:lnTo>
                        <a:pt x="1893" y="367"/>
                      </a:lnTo>
                      <a:lnTo>
                        <a:pt x="0" y="3076"/>
                      </a:lnTo>
                      <a:lnTo>
                        <a:pt x="4141" y="2792"/>
                      </a:lnTo>
                      <a:lnTo>
                        <a:pt x="729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" name="Google Shape;384;p5"/>
                <p:cNvSpPr/>
                <p:nvPr/>
              </p:nvSpPr>
              <p:spPr>
                <a:xfrm>
                  <a:off x="4029658" y="3828493"/>
                  <a:ext cx="1162579" cy="525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7" h="2668" extrusionOk="0">
                      <a:moveTo>
                        <a:pt x="5462" y="0"/>
                      </a:moveTo>
                      <a:lnTo>
                        <a:pt x="4468" y="1265"/>
                      </a:lnTo>
                      <a:lnTo>
                        <a:pt x="4305" y="530"/>
                      </a:lnTo>
                      <a:lnTo>
                        <a:pt x="3759" y="994"/>
                      </a:lnTo>
                      <a:lnTo>
                        <a:pt x="3488" y="435"/>
                      </a:lnTo>
                      <a:lnTo>
                        <a:pt x="2641" y="1376"/>
                      </a:lnTo>
                      <a:lnTo>
                        <a:pt x="2167" y="722"/>
                      </a:lnTo>
                      <a:lnTo>
                        <a:pt x="1935" y="1415"/>
                      </a:lnTo>
                      <a:lnTo>
                        <a:pt x="1402" y="1131"/>
                      </a:lnTo>
                      <a:lnTo>
                        <a:pt x="1170" y="2151"/>
                      </a:lnTo>
                      <a:cubicBezTo>
                        <a:pt x="1170" y="2151"/>
                        <a:pt x="722" y="2056"/>
                        <a:pt x="517" y="1919"/>
                      </a:cubicBezTo>
                      <a:lnTo>
                        <a:pt x="0" y="2667"/>
                      </a:lnTo>
                      <a:lnTo>
                        <a:pt x="0" y="2667"/>
                      </a:lnTo>
                      <a:lnTo>
                        <a:pt x="4141" y="2383"/>
                      </a:lnTo>
                      <a:lnTo>
                        <a:pt x="5897" y="830"/>
                      </a:lnTo>
                      <a:cubicBezTo>
                        <a:pt x="5884" y="830"/>
                        <a:pt x="5884" y="817"/>
                        <a:pt x="5871" y="804"/>
                      </a:cubicBezTo>
                      <a:cubicBezTo>
                        <a:pt x="5681" y="559"/>
                        <a:pt x="5462" y="0"/>
                        <a:pt x="546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5"/>
                <p:cNvSpPr/>
                <p:nvPr/>
              </p:nvSpPr>
              <p:spPr>
                <a:xfrm>
                  <a:off x="6010806" y="3282237"/>
                  <a:ext cx="301044" cy="22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7" h="1158" extrusionOk="0">
                      <a:moveTo>
                        <a:pt x="1295" y="0"/>
                      </a:moveTo>
                      <a:lnTo>
                        <a:pt x="0" y="396"/>
                      </a:lnTo>
                      <a:lnTo>
                        <a:pt x="219" y="1158"/>
                      </a:lnTo>
                      <a:lnTo>
                        <a:pt x="1527" y="765"/>
                      </a:lnTo>
                      <a:lnTo>
                        <a:pt x="129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386;p5"/>
                <p:cNvSpPr/>
                <p:nvPr/>
              </p:nvSpPr>
              <p:spPr>
                <a:xfrm>
                  <a:off x="6099719" y="3282237"/>
                  <a:ext cx="212131" cy="177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6" h="900" extrusionOk="0">
                      <a:moveTo>
                        <a:pt x="844" y="0"/>
                      </a:moveTo>
                      <a:lnTo>
                        <a:pt x="435" y="125"/>
                      </a:lnTo>
                      <a:cubicBezTo>
                        <a:pt x="530" y="177"/>
                        <a:pt x="693" y="288"/>
                        <a:pt x="693" y="288"/>
                      </a:cubicBezTo>
                      <a:lnTo>
                        <a:pt x="177" y="327"/>
                      </a:lnTo>
                      <a:lnTo>
                        <a:pt x="477" y="615"/>
                      </a:lnTo>
                      <a:lnTo>
                        <a:pt x="0" y="667"/>
                      </a:lnTo>
                      <a:cubicBezTo>
                        <a:pt x="0" y="667"/>
                        <a:pt x="396" y="860"/>
                        <a:pt x="612" y="899"/>
                      </a:cubicBezTo>
                      <a:lnTo>
                        <a:pt x="1076" y="765"/>
                      </a:lnTo>
                      <a:lnTo>
                        <a:pt x="84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387;p5"/>
                <p:cNvSpPr/>
                <p:nvPr/>
              </p:nvSpPr>
              <p:spPr>
                <a:xfrm>
                  <a:off x="5156959" y="3339016"/>
                  <a:ext cx="292764" cy="203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5" h="1033" extrusionOk="0">
                      <a:moveTo>
                        <a:pt x="151" y="0"/>
                      </a:moveTo>
                      <a:lnTo>
                        <a:pt x="0" y="788"/>
                      </a:lnTo>
                      <a:lnTo>
                        <a:pt x="1337" y="1033"/>
                      </a:lnTo>
                      <a:lnTo>
                        <a:pt x="1484" y="258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5"/>
                <p:cNvSpPr/>
                <p:nvPr/>
              </p:nvSpPr>
              <p:spPr>
                <a:xfrm>
                  <a:off x="5078889" y="3110718"/>
                  <a:ext cx="1074454" cy="456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0" h="2316" extrusionOk="0">
                      <a:moveTo>
                        <a:pt x="5273" y="1"/>
                      </a:moveTo>
                      <a:lnTo>
                        <a:pt x="1" y="1812"/>
                      </a:lnTo>
                      <a:lnTo>
                        <a:pt x="181" y="2315"/>
                      </a:lnTo>
                      <a:lnTo>
                        <a:pt x="5450" y="504"/>
                      </a:lnTo>
                      <a:lnTo>
                        <a:pt x="527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389;p5"/>
                <p:cNvSpPr/>
                <p:nvPr/>
              </p:nvSpPr>
              <p:spPr>
                <a:xfrm>
                  <a:off x="2434350" y="3378840"/>
                  <a:ext cx="201879" cy="118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" h="603" extrusionOk="0">
                      <a:moveTo>
                        <a:pt x="994" y="1"/>
                      </a:moveTo>
                      <a:lnTo>
                        <a:pt x="0" y="69"/>
                      </a:lnTo>
                      <a:lnTo>
                        <a:pt x="30" y="602"/>
                      </a:lnTo>
                      <a:lnTo>
                        <a:pt x="1023" y="534"/>
                      </a:lnTo>
                      <a:lnTo>
                        <a:pt x="99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" name="Google Shape;390;p5"/>
                <p:cNvSpPr/>
                <p:nvPr/>
              </p:nvSpPr>
              <p:spPr>
                <a:xfrm>
                  <a:off x="5167802" y="3081146"/>
                  <a:ext cx="1074454" cy="456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0" h="2315" extrusionOk="0">
                      <a:moveTo>
                        <a:pt x="5270" y="1"/>
                      </a:moveTo>
                      <a:lnTo>
                        <a:pt x="1" y="1811"/>
                      </a:lnTo>
                      <a:lnTo>
                        <a:pt x="177" y="2315"/>
                      </a:lnTo>
                      <a:lnTo>
                        <a:pt x="5450" y="504"/>
                      </a:lnTo>
                      <a:lnTo>
                        <a:pt x="5270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5"/>
                <p:cNvSpPr/>
                <p:nvPr/>
              </p:nvSpPr>
              <p:spPr>
                <a:xfrm>
                  <a:off x="4327559" y="3304121"/>
                  <a:ext cx="601497" cy="332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1" h="1688" extrusionOk="0">
                      <a:moveTo>
                        <a:pt x="2995" y="1"/>
                      </a:moveTo>
                      <a:lnTo>
                        <a:pt x="2779" y="14"/>
                      </a:lnTo>
                      <a:cubicBezTo>
                        <a:pt x="2831" y="775"/>
                        <a:pt x="2302" y="1429"/>
                        <a:pt x="1592" y="1471"/>
                      </a:cubicBezTo>
                      <a:cubicBezTo>
                        <a:pt x="1563" y="1474"/>
                        <a:pt x="1533" y="1475"/>
                        <a:pt x="1503" y="1475"/>
                      </a:cubicBezTo>
                      <a:cubicBezTo>
                        <a:pt x="1193" y="1475"/>
                        <a:pt x="890" y="1352"/>
                        <a:pt x="654" y="1128"/>
                      </a:cubicBezTo>
                      <a:cubicBezTo>
                        <a:pt x="396" y="899"/>
                        <a:pt x="233" y="556"/>
                        <a:pt x="203" y="190"/>
                      </a:cubicBezTo>
                      <a:lnTo>
                        <a:pt x="1" y="203"/>
                      </a:lnTo>
                      <a:cubicBezTo>
                        <a:pt x="27" y="625"/>
                        <a:pt x="203" y="1007"/>
                        <a:pt x="504" y="1292"/>
                      </a:cubicBezTo>
                      <a:cubicBezTo>
                        <a:pt x="788" y="1553"/>
                        <a:pt x="1145" y="1687"/>
                        <a:pt x="1498" y="1687"/>
                      </a:cubicBezTo>
                      <a:lnTo>
                        <a:pt x="1605" y="1687"/>
                      </a:lnTo>
                      <a:cubicBezTo>
                        <a:pt x="2423" y="1635"/>
                        <a:pt x="3050" y="870"/>
                        <a:pt x="2995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" name="Google Shape;392;p5"/>
                <p:cNvSpPr/>
                <p:nvPr/>
              </p:nvSpPr>
              <p:spPr>
                <a:xfrm>
                  <a:off x="2636032" y="3411173"/>
                  <a:ext cx="604060" cy="333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4" h="1691" extrusionOk="0">
                      <a:moveTo>
                        <a:pt x="2995" y="0"/>
                      </a:moveTo>
                      <a:lnTo>
                        <a:pt x="2779" y="13"/>
                      </a:lnTo>
                      <a:cubicBezTo>
                        <a:pt x="2831" y="765"/>
                        <a:pt x="2302" y="1432"/>
                        <a:pt x="1592" y="1471"/>
                      </a:cubicBezTo>
                      <a:cubicBezTo>
                        <a:pt x="1559" y="1474"/>
                        <a:pt x="1526" y="1475"/>
                        <a:pt x="1494" y="1475"/>
                      </a:cubicBezTo>
                      <a:cubicBezTo>
                        <a:pt x="1187" y="1475"/>
                        <a:pt x="887" y="1353"/>
                        <a:pt x="654" y="1131"/>
                      </a:cubicBezTo>
                      <a:cubicBezTo>
                        <a:pt x="396" y="886"/>
                        <a:pt x="233" y="559"/>
                        <a:pt x="216" y="193"/>
                      </a:cubicBezTo>
                      <a:lnTo>
                        <a:pt x="0" y="206"/>
                      </a:lnTo>
                      <a:cubicBezTo>
                        <a:pt x="27" y="628"/>
                        <a:pt x="203" y="1010"/>
                        <a:pt x="517" y="1295"/>
                      </a:cubicBezTo>
                      <a:cubicBezTo>
                        <a:pt x="788" y="1553"/>
                        <a:pt x="1144" y="1690"/>
                        <a:pt x="1511" y="1690"/>
                      </a:cubicBezTo>
                      <a:lnTo>
                        <a:pt x="1605" y="1690"/>
                      </a:lnTo>
                      <a:cubicBezTo>
                        <a:pt x="2439" y="1635"/>
                        <a:pt x="3063" y="873"/>
                        <a:pt x="2995" y="0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" name="Google Shape;393;p5"/>
                <p:cNvSpPr/>
                <p:nvPr/>
              </p:nvSpPr>
              <p:spPr>
                <a:xfrm>
                  <a:off x="4394589" y="3076414"/>
                  <a:ext cx="504698" cy="467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0" h="2373" extrusionOk="0">
                      <a:moveTo>
                        <a:pt x="1326" y="0"/>
                      </a:moveTo>
                      <a:cubicBezTo>
                        <a:pt x="907" y="0"/>
                        <a:pt x="496" y="241"/>
                        <a:pt x="272" y="665"/>
                      </a:cubicBezTo>
                      <a:cubicBezTo>
                        <a:pt x="1" y="1169"/>
                        <a:pt x="108" y="1780"/>
                        <a:pt x="504" y="2120"/>
                      </a:cubicBezTo>
                      <a:lnTo>
                        <a:pt x="491" y="2136"/>
                      </a:lnTo>
                      <a:lnTo>
                        <a:pt x="693" y="2244"/>
                      </a:lnTo>
                      <a:cubicBezTo>
                        <a:pt x="852" y="2332"/>
                        <a:pt x="1024" y="2373"/>
                        <a:pt x="1195" y="2373"/>
                      </a:cubicBezTo>
                      <a:cubicBezTo>
                        <a:pt x="1612" y="2373"/>
                        <a:pt x="2026" y="2128"/>
                        <a:pt x="2246" y="1711"/>
                      </a:cubicBezTo>
                      <a:cubicBezTo>
                        <a:pt x="2560" y="1126"/>
                        <a:pt x="2370" y="420"/>
                        <a:pt x="1824" y="132"/>
                      </a:cubicBezTo>
                      <a:lnTo>
                        <a:pt x="1622" y="25"/>
                      </a:lnTo>
                      <a:lnTo>
                        <a:pt x="1609" y="38"/>
                      </a:lnTo>
                      <a:cubicBezTo>
                        <a:pt x="1515" y="12"/>
                        <a:pt x="1420" y="0"/>
                        <a:pt x="1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" name="Google Shape;394;p5"/>
                <p:cNvSpPr/>
                <p:nvPr/>
              </p:nvSpPr>
              <p:spPr>
                <a:xfrm>
                  <a:off x="4373297" y="3061825"/>
                  <a:ext cx="456396" cy="45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5" h="2308" extrusionOk="0">
                      <a:moveTo>
                        <a:pt x="1339" y="1"/>
                      </a:moveTo>
                      <a:cubicBezTo>
                        <a:pt x="950" y="1"/>
                        <a:pt x="544" y="262"/>
                        <a:pt x="311" y="697"/>
                      </a:cubicBezTo>
                      <a:cubicBezTo>
                        <a:pt x="1" y="1282"/>
                        <a:pt x="122" y="1965"/>
                        <a:pt x="599" y="2210"/>
                      </a:cubicBezTo>
                      <a:cubicBezTo>
                        <a:pt x="718" y="2276"/>
                        <a:pt x="848" y="2307"/>
                        <a:pt x="981" y="2307"/>
                      </a:cubicBezTo>
                      <a:cubicBezTo>
                        <a:pt x="1368" y="2307"/>
                        <a:pt x="1781" y="2044"/>
                        <a:pt x="2014" y="1609"/>
                      </a:cubicBezTo>
                      <a:cubicBezTo>
                        <a:pt x="2315" y="1024"/>
                        <a:pt x="2191" y="344"/>
                        <a:pt x="1730" y="99"/>
                      </a:cubicBezTo>
                      <a:cubicBezTo>
                        <a:pt x="1607" y="32"/>
                        <a:pt x="1474" y="1"/>
                        <a:pt x="13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5;p5"/>
                <p:cNvSpPr/>
                <p:nvPr/>
              </p:nvSpPr>
              <p:spPr>
                <a:xfrm>
                  <a:off x="4453931" y="3142459"/>
                  <a:ext cx="295327" cy="294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8" h="1493" extrusionOk="0">
                      <a:moveTo>
                        <a:pt x="877" y="0"/>
                      </a:moveTo>
                      <a:cubicBezTo>
                        <a:pt x="627" y="0"/>
                        <a:pt x="358" y="164"/>
                        <a:pt x="203" y="451"/>
                      </a:cubicBezTo>
                      <a:cubicBezTo>
                        <a:pt x="0" y="834"/>
                        <a:pt x="82" y="1268"/>
                        <a:pt x="379" y="1432"/>
                      </a:cubicBezTo>
                      <a:cubicBezTo>
                        <a:pt x="459" y="1473"/>
                        <a:pt x="544" y="1493"/>
                        <a:pt x="631" y="1493"/>
                      </a:cubicBezTo>
                      <a:cubicBezTo>
                        <a:pt x="886" y="1493"/>
                        <a:pt x="1150" y="1322"/>
                        <a:pt x="1291" y="1036"/>
                      </a:cubicBezTo>
                      <a:cubicBezTo>
                        <a:pt x="1497" y="657"/>
                        <a:pt x="1416" y="219"/>
                        <a:pt x="1115" y="56"/>
                      </a:cubicBezTo>
                      <a:cubicBezTo>
                        <a:pt x="1041" y="18"/>
                        <a:pt x="960" y="0"/>
                        <a:pt x="87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" name="Google Shape;396;p5"/>
                <p:cNvSpPr/>
                <p:nvPr/>
              </p:nvSpPr>
              <p:spPr>
                <a:xfrm>
                  <a:off x="4536930" y="3223881"/>
                  <a:ext cx="131695" cy="130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8" h="663" extrusionOk="0">
                      <a:moveTo>
                        <a:pt x="387" y="1"/>
                      </a:moveTo>
                      <a:cubicBezTo>
                        <a:pt x="273" y="1"/>
                        <a:pt x="154" y="78"/>
                        <a:pt x="83" y="202"/>
                      </a:cubicBezTo>
                      <a:cubicBezTo>
                        <a:pt x="1" y="365"/>
                        <a:pt x="27" y="571"/>
                        <a:pt x="164" y="636"/>
                      </a:cubicBezTo>
                      <a:cubicBezTo>
                        <a:pt x="199" y="654"/>
                        <a:pt x="237" y="663"/>
                        <a:pt x="276" y="663"/>
                      </a:cubicBezTo>
                      <a:cubicBezTo>
                        <a:pt x="390" y="663"/>
                        <a:pt x="512" y="591"/>
                        <a:pt x="573" y="460"/>
                      </a:cubicBezTo>
                      <a:cubicBezTo>
                        <a:pt x="668" y="296"/>
                        <a:pt x="625" y="94"/>
                        <a:pt x="491" y="25"/>
                      </a:cubicBezTo>
                      <a:cubicBezTo>
                        <a:pt x="458" y="9"/>
                        <a:pt x="423" y="1"/>
                        <a:pt x="38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397;p5"/>
                <p:cNvSpPr/>
                <p:nvPr/>
              </p:nvSpPr>
              <p:spPr>
                <a:xfrm>
                  <a:off x="2684333" y="3155274"/>
                  <a:ext cx="502135" cy="471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7" h="2390" extrusionOk="0">
                      <a:moveTo>
                        <a:pt x="1204" y="0"/>
                      </a:moveTo>
                      <a:cubicBezTo>
                        <a:pt x="1064" y="0"/>
                        <a:pt x="924" y="28"/>
                        <a:pt x="788" y="86"/>
                      </a:cubicBezTo>
                      <a:lnTo>
                        <a:pt x="573" y="167"/>
                      </a:lnTo>
                      <a:lnTo>
                        <a:pt x="586" y="197"/>
                      </a:lnTo>
                      <a:cubicBezTo>
                        <a:pt x="164" y="494"/>
                        <a:pt x="1" y="1096"/>
                        <a:pt x="216" y="1625"/>
                      </a:cubicBezTo>
                      <a:cubicBezTo>
                        <a:pt x="420" y="2092"/>
                        <a:pt x="854" y="2378"/>
                        <a:pt x="1306" y="2378"/>
                      </a:cubicBezTo>
                      <a:cubicBezTo>
                        <a:pt x="1369" y="2378"/>
                        <a:pt x="1434" y="2372"/>
                        <a:pt x="1498" y="2360"/>
                      </a:cubicBezTo>
                      <a:lnTo>
                        <a:pt x="1511" y="2390"/>
                      </a:lnTo>
                      <a:lnTo>
                        <a:pt x="1717" y="2292"/>
                      </a:lnTo>
                      <a:cubicBezTo>
                        <a:pt x="2289" y="2063"/>
                        <a:pt x="2547" y="1367"/>
                        <a:pt x="2289" y="756"/>
                      </a:cubicBezTo>
                      <a:cubicBezTo>
                        <a:pt x="2091" y="286"/>
                        <a:pt x="1654" y="0"/>
                        <a:pt x="120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398;p5"/>
                <p:cNvSpPr/>
                <p:nvPr/>
              </p:nvSpPr>
              <p:spPr>
                <a:xfrm>
                  <a:off x="2665604" y="3176369"/>
                  <a:ext cx="451271" cy="461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" h="2343" extrusionOk="0">
                      <a:moveTo>
                        <a:pt x="974" y="0"/>
                      </a:moveTo>
                      <a:cubicBezTo>
                        <a:pt x="869" y="0"/>
                        <a:pt x="766" y="20"/>
                        <a:pt x="668" y="60"/>
                      </a:cubicBezTo>
                      <a:cubicBezTo>
                        <a:pt x="190" y="266"/>
                        <a:pt x="1" y="933"/>
                        <a:pt x="259" y="1547"/>
                      </a:cubicBezTo>
                      <a:cubicBezTo>
                        <a:pt x="465" y="2036"/>
                        <a:pt x="889" y="2343"/>
                        <a:pt x="1301" y="2343"/>
                      </a:cubicBezTo>
                      <a:cubicBezTo>
                        <a:pt x="1405" y="2343"/>
                        <a:pt x="1507" y="2324"/>
                        <a:pt x="1606" y="2283"/>
                      </a:cubicBezTo>
                      <a:cubicBezTo>
                        <a:pt x="2096" y="2077"/>
                        <a:pt x="2289" y="1410"/>
                        <a:pt x="2027" y="796"/>
                      </a:cubicBezTo>
                      <a:cubicBezTo>
                        <a:pt x="1821" y="307"/>
                        <a:pt x="1389" y="0"/>
                        <a:pt x="9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399;p5"/>
                <p:cNvSpPr/>
                <p:nvPr/>
              </p:nvSpPr>
              <p:spPr>
                <a:xfrm>
                  <a:off x="2746238" y="3258185"/>
                  <a:ext cx="290201" cy="298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2" h="1513" extrusionOk="0">
                      <a:moveTo>
                        <a:pt x="631" y="1"/>
                      </a:moveTo>
                      <a:cubicBezTo>
                        <a:pt x="564" y="1"/>
                        <a:pt x="498" y="14"/>
                        <a:pt x="435" y="41"/>
                      </a:cubicBezTo>
                      <a:cubicBezTo>
                        <a:pt x="108" y="178"/>
                        <a:pt x="0" y="600"/>
                        <a:pt x="164" y="995"/>
                      </a:cubicBezTo>
                      <a:cubicBezTo>
                        <a:pt x="294" y="1311"/>
                        <a:pt x="571" y="1512"/>
                        <a:pt x="837" y="1512"/>
                      </a:cubicBezTo>
                      <a:cubicBezTo>
                        <a:pt x="904" y="1512"/>
                        <a:pt x="970" y="1499"/>
                        <a:pt x="1033" y="1472"/>
                      </a:cubicBezTo>
                      <a:cubicBezTo>
                        <a:pt x="1347" y="1335"/>
                        <a:pt x="1471" y="913"/>
                        <a:pt x="1308" y="518"/>
                      </a:cubicBezTo>
                      <a:cubicBezTo>
                        <a:pt x="1164" y="202"/>
                        <a:pt x="894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" name="Google Shape;400;p5"/>
                <p:cNvSpPr/>
                <p:nvPr/>
              </p:nvSpPr>
              <p:spPr>
                <a:xfrm>
                  <a:off x="2823519" y="3340988"/>
                  <a:ext cx="132286" cy="132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673" extrusionOk="0">
                      <a:moveTo>
                        <a:pt x="288" y="1"/>
                      </a:moveTo>
                      <a:cubicBezTo>
                        <a:pt x="260" y="1"/>
                        <a:pt x="233" y="6"/>
                        <a:pt x="207" y="16"/>
                      </a:cubicBezTo>
                      <a:cubicBezTo>
                        <a:pt x="56" y="72"/>
                        <a:pt x="1" y="261"/>
                        <a:pt x="82" y="438"/>
                      </a:cubicBezTo>
                      <a:cubicBezTo>
                        <a:pt x="138" y="581"/>
                        <a:pt x="264" y="672"/>
                        <a:pt x="390" y="672"/>
                      </a:cubicBezTo>
                      <a:cubicBezTo>
                        <a:pt x="420" y="672"/>
                        <a:pt x="449" y="667"/>
                        <a:pt x="478" y="657"/>
                      </a:cubicBezTo>
                      <a:cubicBezTo>
                        <a:pt x="615" y="601"/>
                        <a:pt x="671" y="412"/>
                        <a:pt x="589" y="235"/>
                      </a:cubicBezTo>
                      <a:cubicBezTo>
                        <a:pt x="533" y="92"/>
                        <a:pt x="407" y="1"/>
                        <a:pt x="28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401;p5"/>
                <p:cNvSpPr/>
                <p:nvPr/>
              </p:nvSpPr>
              <p:spPr>
                <a:xfrm>
                  <a:off x="5457806" y="3325413"/>
                  <a:ext cx="488729" cy="230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" h="1171" extrusionOk="0">
                      <a:moveTo>
                        <a:pt x="2328" y="0"/>
                      </a:moveTo>
                      <a:lnTo>
                        <a:pt x="1" y="504"/>
                      </a:lnTo>
                      <a:lnTo>
                        <a:pt x="138" y="1171"/>
                      </a:lnTo>
                      <a:lnTo>
                        <a:pt x="2478" y="667"/>
                      </a:lnTo>
                      <a:lnTo>
                        <a:pt x="23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5"/>
                <p:cNvSpPr/>
                <p:nvPr/>
              </p:nvSpPr>
              <p:spPr>
                <a:xfrm>
                  <a:off x="3830747" y="3884132"/>
                  <a:ext cx="271472" cy="276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7" h="1403" extrusionOk="0">
                      <a:moveTo>
                        <a:pt x="873" y="0"/>
                      </a:moveTo>
                      <a:lnTo>
                        <a:pt x="628" y="340"/>
                      </a:lnTo>
                      <a:lnTo>
                        <a:pt x="259" y="147"/>
                      </a:lnTo>
                      <a:lnTo>
                        <a:pt x="383" y="543"/>
                      </a:lnTo>
                      <a:lnTo>
                        <a:pt x="0" y="719"/>
                      </a:lnTo>
                      <a:lnTo>
                        <a:pt x="383" y="870"/>
                      </a:lnTo>
                      <a:lnTo>
                        <a:pt x="285" y="1278"/>
                      </a:lnTo>
                      <a:lnTo>
                        <a:pt x="641" y="1076"/>
                      </a:lnTo>
                      <a:lnTo>
                        <a:pt x="899" y="1403"/>
                      </a:lnTo>
                      <a:lnTo>
                        <a:pt x="968" y="994"/>
                      </a:lnTo>
                      <a:lnTo>
                        <a:pt x="1377" y="1007"/>
                      </a:lnTo>
                      <a:lnTo>
                        <a:pt x="1102" y="693"/>
                      </a:lnTo>
                      <a:lnTo>
                        <a:pt x="1363" y="380"/>
                      </a:lnTo>
                      <a:lnTo>
                        <a:pt x="955" y="409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403;p5"/>
                <p:cNvSpPr/>
                <p:nvPr/>
              </p:nvSpPr>
              <p:spPr>
                <a:xfrm>
                  <a:off x="5876745" y="4058017"/>
                  <a:ext cx="193402" cy="9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492" extrusionOk="0">
                      <a:moveTo>
                        <a:pt x="546" y="1"/>
                      </a:moveTo>
                      <a:cubicBezTo>
                        <a:pt x="530" y="1"/>
                        <a:pt x="0" y="370"/>
                        <a:pt x="0" y="370"/>
                      </a:cubicBezTo>
                      <a:cubicBezTo>
                        <a:pt x="0" y="370"/>
                        <a:pt x="82" y="491"/>
                        <a:pt x="272" y="491"/>
                      </a:cubicBezTo>
                      <a:lnTo>
                        <a:pt x="981" y="491"/>
                      </a:lnTo>
                      <a:lnTo>
                        <a:pt x="54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" name="Google Shape;404;p5"/>
                <p:cNvSpPr/>
                <p:nvPr/>
              </p:nvSpPr>
              <p:spPr>
                <a:xfrm>
                  <a:off x="5616313" y="4302875"/>
                  <a:ext cx="120851" cy="93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" h="475" extrusionOk="0">
                      <a:moveTo>
                        <a:pt x="27" y="1"/>
                      </a:moveTo>
                      <a:lnTo>
                        <a:pt x="1" y="285"/>
                      </a:lnTo>
                      <a:lnTo>
                        <a:pt x="122" y="475"/>
                      </a:lnTo>
                      <a:lnTo>
                        <a:pt x="449" y="328"/>
                      </a:lnTo>
                      <a:lnTo>
                        <a:pt x="612" y="164"/>
                      </a:lnTo>
                      <a:lnTo>
                        <a:pt x="315" y="66"/>
                      </a:lnTo>
                      <a:cubicBezTo>
                        <a:pt x="298" y="66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" name="Google Shape;405;p5"/>
                <p:cNvSpPr/>
                <p:nvPr/>
              </p:nvSpPr>
              <p:spPr>
                <a:xfrm>
                  <a:off x="6118448" y="3993746"/>
                  <a:ext cx="75507" cy="59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301" extrusionOk="0">
                      <a:moveTo>
                        <a:pt x="190" y="0"/>
                      </a:moveTo>
                      <a:cubicBezTo>
                        <a:pt x="190" y="0"/>
                        <a:pt x="13" y="111"/>
                        <a:pt x="0" y="137"/>
                      </a:cubicBezTo>
                      <a:lnTo>
                        <a:pt x="39" y="232"/>
                      </a:lnTo>
                      <a:lnTo>
                        <a:pt x="163" y="301"/>
                      </a:lnTo>
                      <a:lnTo>
                        <a:pt x="382" y="262"/>
                      </a:lnTo>
                      <a:lnTo>
                        <a:pt x="353" y="111"/>
                      </a:lnTo>
                      <a:lnTo>
                        <a:pt x="19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" name="Google Shape;406;p5"/>
                <p:cNvSpPr/>
                <p:nvPr/>
              </p:nvSpPr>
              <p:spPr>
                <a:xfrm>
                  <a:off x="6019086" y="4280992"/>
                  <a:ext cx="96799" cy="48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" h="246" extrusionOk="0">
                      <a:moveTo>
                        <a:pt x="1" y="1"/>
                      </a:moveTo>
                      <a:lnTo>
                        <a:pt x="95" y="246"/>
                      </a:lnTo>
                      <a:lnTo>
                        <a:pt x="380" y="177"/>
                      </a:lnTo>
                      <a:lnTo>
                        <a:pt x="491" y="1"/>
                      </a:lnTo>
                      <a:lnTo>
                        <a:pt x="233" y="3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" name="Google Shape;407;p5"/>
                <p:cNvSpPr/>
                <p:nvPr/>
              </p:nvSpPr>
              <p:spPr>
                <a:xfrm>
                  <a:off x="5372244" y="4186952"/>
                  <a:ext cx="120654" cy="112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" h="573" extrusionOk="0">
                      <a:moveTo>
                        <a:pt x="543" y="1"/>
                      </a:moveTo>
                      <a:cubicBezTo>
                        <a:pt x="530" y="1"/>
                        <a:pt x="379" y="125"/>
                        <a:pt x="379" y="125"/>
                      </a:cubicBezTo>
                      <a:lnTo>
                        <a:pt x="0" y="69"/>
                      </a:lnTo>
                      <a:lnTo>
                        <a:pt x="258" y="288"/>
                      </a:lnTo>
                      <a:lnTo>
                        <a:pt x="271" y="573"/>
                      </a:lnTo>
                      <a:lnTo>
                        <a:pt x="611" y="327"/>
                      </a:lnTo>
                      <a:lnTo>
                        <a:pt x="54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" name="Google Shape;408;p5"/>
                <p:cNvSpPr/>
                <p:nvPr/>
              </p:nvSpPr>
              <p:spPr>
                <a:xfrm>
                  <a:off x="6188041" y="4029036"/>
                  <a:ext cx="107643" cy="9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" h="492" extrusionOk="0">
                      <a:moveTo>
                        <a:pt x="546" y="1"/>
                      </a:moveTo>
                      <a:cubicBezTo>
                        <a:pt x="533" y="1"/>
                        <a:pt x="383" y="96"/>
                        <a:pt x="383" y="96"/>
                      </a:cubicBezTo>
                      <a:lnTo>
                        <a:pt x="124" y="164"/>
                      </a:lnTo>
                      <a:lnTo>
                        <a:pt x="0" y="380"/>
                      </a:lnTo>
                      <a:lnTo>
                        <a:pt x="275" y="491"/>
                      </a:lnTo>
                      <a:lnTo>
                        <a:pt x="520" y="409"/>
                      </a:lnTo>
                      <a:lnTo>
                        <a:pt x="54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5"/>
                <p:cNvSpPr/>
                <p:nvPr/>
              </p:nvSpPr>
              <p:spPr>
                <a:xfrm>
                  <a:off x="6155709" y="4251222"/>
                  <a:ext cx="85168" cy="70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" h="358" extrusionOk="0">
                      <a:moveTo>
                        <a:pt x="197" y="1"/>
                      </a:moveTo>
                      <a:cubicBezTo>
                        <a:pt x="196" y="1"/>
                        <a:pt x="195" y="1"/>
                        <a:pt x="193" y="1"/>
                      </a:cubicBezTo>
                      <a:cubicBezTo>
                        <a:pt x="177" y="31"/>
                        <a:pt x="14" y="139"/>
                        <a:pt x="1" y="165"/>
                      </a:cubicBezTo>
                      <a:lnTo>
                        <a:pt x="138" y="165"/>
                      </a:lnTo>
                      <a:lnTo>
                        <a:pt x="151" y="358"/>
                      </a:lnTo>
                      <a:cubicBezTo>
                        <a:pt x="151" y="358"/>
                        <a:pt x="328" y="302"/>
                        <a:pt x="383" y="302"/>
                      </a:cubicBezTo>
                      <a:cubicBezTo>
                        <a:pt x="385" y="303"/>
                        <a:pt x="387" y="303"/>
                        <a:pt x="389" y="303"/>
                      </a:cubicBezTo>
                      <a:cubicBezTo>
                        <a:pt x="431" y="303"/>
                        <a:pt x="339" y="151"/>
                        <a:pt x="301" y="139"/>
                      </a:cubicBezTo>
                      <a:cubicBezTo>
                        <a:pt x="261" y="126"/>
                        <a:pt x="223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5"/>
                <p:cNvSpPr/>
                <p:nvPr/>
              </p:nvSpPr>
              <p:spPr>
                <a:xfrm>
                  <a:off x="5533314" y="4163097"/>
                  <a:ext cx="96799" cy="5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" h="286" extrusionOk="0">
                      <a:moveTo>
                        <a:pt x="0" y="1"/>
                      </a:moveTo>
                      <a:lnTo>
                        <a:pt x="95" y="285"/>
                      </a:lnTo>
                      <a:lnTo>
                        <a:pt x="379" y="220"/>
                      </a:lnTo>
                      <a:lnTo>
                        <a:pt x="490" y="1"/>
                      </a:lnTo>
                      <a:lnTo>
                        <a:pt x="229" y="2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1" name="Google Shape;411;p5"/>
            <p:cNvGrpSpPr/>
            <p:nvPr/>
          </p:nvGrpSpPr>
          <p:grpSpPr>
            <a:xfrm>
              <a:off x="8213439" y="3763745"/>
              <a:ext cx="374657" cy="463150"/>
              <a:chOff x="8243489" y="4050570"/>
              <a:chExt cx="374657" cy="463150"/>
            </a:xfrm>
          </p:grpSpPr>
          <p:sp>
            <p:nvSpPr>
              <p:cNvPr id="412" name="Google Shape;412;p5"/>
              <p:cNvSpPr/>
              <p:nvPr/>
            </p:nvSpPr>
            <p:spPr>
              <a:xfrm>
                <a:off x="8243489" y="4051225"/>
                <a:ext cx="374657" cy="461828"/>
              </a:xfrm>
              <a:custGeom>
                <a:avLst/>
                <a:gdLst/>
                <a:ahLst/>
                <a:cxnLst/>
                <a:rect l="l" t="t" r="r" b="b"/>
                <a:pathLst>
                  <a:path w="107815" h="132900" extrusionOk="0">
                    <a:moveTo>
                      <a:pt x="53908" y="30499"/>
                    </a:moveTo>
                    <a:cubicBezTo>
                      <a:pt x="65243" y="30499"/>
                      <a:pt x="74444" y="39725"/>
                      <a:pt x="74444" y="51162"/>
                    </a:cubicBezTo>
                    <a:cubicBezTo>
                      <a:pt x="74444" y="62472"/>
                      <a:pt x="65243" y="71698"/>
                      <a:pt x="53908" y="71698"/>
                    </a:cubicBezTo>
                    <a:cubicBezTo>
                      <a:pt x="42572" y="71698"/>
                      <a:pt x="33372" y="62472"/>
                      <a:pt x="33372" y="51162"/>
                    </a:cubicBezTo>
                    <a:cubicBezTo>
                      <a:pt x="33372" y="39725"/>
                      <a:pt x="42572" y="30499"/>
                      <a:pt x="53908" y="30499"/>
                    </a:cubicBezTo>
                    <a:close/>
                    <a:moveTo>
                      <a:pt x="53908" y="0"/>
                    </a:moveTo>
                    <a:cubicBezTo>
                      <a:pt x="24146" y="0"/>
                      <a:pt x="1" y="24145"/>
                      <a:pt x="1" y="53907"/>
                    </a:cubicBezTo>
                    <a:cubicBezTo>
                      <a:pt x="1" y="72867"/>
                      <a:pt x="9125" y="89489"/>
                      <a:pt x="19800" y="102629"/>
                    </a:cubicBezTo>
                    <a:cubicBezTo>
                      <a:pt x="35176" y="121462"/>
                      <a:pt x="53908" y="132899"/>
                      <a:pt x="53908" y="132899"/>
                    </a:cubicBezTo>
                    <a:cubicBezTo>
                      <a:pt x="53908" y="132899"/>
                      <a:pt x="107815" y="101460"/>
                      <a:pt x="107815" y="53907"/>
                    </a:cubicBezTo>
                    <a:cubicBezTo>
                      <a:pt x="107815" y="49993"/>
                      <a:pt x="107383" y="46282"/>
                      <a:pt x="106646" y="42571"/>
                    </a:cubicBezTo>
                    <a:cubicBezTo>
                      <a:pt x="101461" y="18223"/>
                      <a:pt x="79857" y="0"/>
                      <a:pt x="539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5"/>
              <p:cNvSpPr/>
              <p:nvPr/>
            </p:nvSpPr>
            <p:spPr>
              <a:xfrm>
                <a:off x="8244307" y="4050570"/>
                <a:ext cx="257600" cy="463150"/>
              </a:xfrm>
              <a:custGeom>
                <a:avLst/>
                <a:gdLst/>
                <a:ahLst/>
                <a:cxnLst/>
                <a:rect l="l" t="t" r="r" b="b"/>
                <a:pathLst>
                  <a:path w="10304" h="18526" extrusionOk="0">
                    <a:moveTo>
                      <a:pt x="10304" y="569"/>
                    </a:moveTo>
                    <a:cubicBezTo>
                      <a:pt x="10352" y="391"/>
                      <a:pt x="7780" y="-157"/>
                      <a:pt x="6521" y="43"/>
                    </a:cubicBezTo>
                    <a:cubicBezTo>
                      <a:pt x="5262" y="243"/>
                      <a:pt x="3802" y="856"/>
                      <a:pt x="2749" y="1767"/>
                    </a:cubicBezTo>
                    <a:cubicBezTo>
                      <a:pt x="1697" y="2678"/>
                      <a:pt x="575" y="4056"/>
                      <a:pt x="206" y="5509"/>
                    </a:cubicBezTo>
                    <a:cubicBezTo>
                      <a:pt x="-163" y="6962"/>
                      <a:pt x="-24" y="8869"/>
                      <a:pt x="533" y="10485"/>
                    </a:cubicBezTo>
                    <a:cubicBezTo>
                      <a:pt x="1090" y="12102"/>
                      <a:pt x="2383" y="13868"/>
                      <a:pt x="3548" y="15208"/>
                    </a:cubicBezTo>
                    <a:cubicBezTo>
                      <a:pt x="4713" y="16548"/>
                      <a:pt x="7296" y="18466"/>
                      <a:pt x="7523" y="18525"/>
                    </a:cubicBezTo>
                    <a:cubicBezTo>
                      <a:pt x="7750" y="18584"/>
                      <a:pt x="5678" y="16542"/>
                      <a:pt x="4908" y="15561"/>
                    </a:cubicBezTo>
                    <a:cubicBezTo>
                      <a:pt x="4138" y="14580"/>
                      <a:pt x="3455" y="13897"/>
                      <a:pt x="2903" y="12640"/>
                    </a:cubicBezTo>
                    <a:cubicBezTo>
                      <a:pt x="2351" y="11383"/>
                      <a:pt x="1592" y="9536"/>
                      <a:pt x="1595" y="8020"/>
                    </a:cubicBezTo>
                    <a:cubicBezTo>
                      <a:pt x="1598" y="6504"/>
                      <a:pt x="2149" y="4697"/>
                      <a:pt x="2922" y="3546"/>
                    </a:cubicBezTo>
                    <a:cubicBezTo>
                      <a:pt x="3696" y="2395"/>
                      <a:pt x="5006" y="1609"/>
                      <a:pt x="6236" y="1113"/>
                    </a:cubicBezTo>
                    <a:cubicBezTo>
                      <a:pt x="7466" y="617"/>
                      <a:pt x="10257" y="747"/>
                      <a:pt x="10304" y="569"/>
                    </a:cubicBezTo>
                    <a:close/>
                  </a:path>
                </a:pathLst>
              </a:custGeom>
              <a:solidFill>
                <a:srgbClr val="8162A7">
                  <a:alpha val="4591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3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13"/>
          <p:cNvSpPr txBox="1">
            <a:spLocks noGrp="1"/>
          </p:cNvSpPr>
          <p:nvPr>
            <p:ph type="title" idx="2" hasCustomPrompt="1"/>
          </p:nvPr>
        </p:nvSpPr>
        <p:spPr>
          <a:xfrm>
            <a:off x="1692288" y="1402575"/>
            <a:ext cx="1055400" cy="4476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3" name="Google Shape;553;p13"/>
          <p:cNvSpPr txBox="1">
            <a:spLocks noGrp="1"/>
          </p:cNvSpPr>
          <p:nvPr>
            <p:ph type="title" idx="3" hasCustomPrompt="1"/>
          </p:nvPr>
        </p:nvSpPr>
        <p:spPr>
          <a:xfrm>
            <a:off x="1692288" y="2905100"/>
            <a:ext cx="1055400" cy="4476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4" name="Google Shape;554;p13"/>
          <p:cNvSpPr txBox="1">
            <a:spLocks noGrp="1"/>
          </p:cNvSpPr>
          <p:nvPr>
            <p:ph type="title" idx="4" hasCustomPrompt="1"/>
          </p:nvPr>
        </p:nvSpPr>
        <p:spPr>
          <a:xfrm>
            <a:off x="4044300" y="1402575"/>
            <a:ext cx="1055400" cy="4476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5" name="Google Shape;555;p13"/>
          <p:cNvSpPr txBox="1">
            <a:spLocks noGrp="1"/>
          </p:cNvSpPr>
          <p:nvPr>
            <p:ph type="title" idx="5" hasCustomPrompt="1"/>
          </p:nvPr>
        </p:nvSpPr>
        <p:spPr>
          <a:xfrm>
            <a:off x="4044300" y="2905100"/>
            <a:ext cx="1055400" cy="4476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6" name="Google Shape;556;p13"/>
          <p:cNvSpPr txBox="1">
            <a:spLocks noGrp="1"/>
          </p:cNvSpPr>
          <p:nvPr>
            <p:ph type="title" idx="6" hasCustomPrompt="1"/>
          </p:nvPr>
        </p:nvSpPr>
        <p:spPr>
          <a:xfrm>
            <a:off x="6394512" y="1402575"/>
            <a:ext cx="1055400" cy="4476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7" name="Google Shape;557;p13"/>
          <p:cNvSpPr txBox="1">
            <a:spLocks noGrp="1"/>
          </p:cNvSpPr>
          <p:nvPr>
            <p:ph type="title" idx="7" hasCustomPrompt="1"/>
          </p:nvPr>
        </p:nvSpPr>
        <p:spPr>
          <a:xfrm>
            <a:off x="6394512" y="2905100"/>
            <a:ext cx="1055400" cy="4476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>
            <a:spLocks noGrp="1"/>
          </p:cNvSpPr>
          <p:nvPr>
            <p:ph type="subTitle" idx="1"/>
          </p:nvPr>
        </p:nvSpPr>
        <p:spPr>
          <a:xfrm>
            <a:off x="1346688" y="2002563"/>
            <a:ext cx="1746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9" name="Google Shape;559;p13"/>
          <p:cNvSpPr txBox="1">
            <a:spLocks noGrp="1"/>
          </p:cNvSpPr>
          <p:nvPr>
            <p:ph type="subTitle" idx="8"/>
          </p:nvPr>
        </p:nvSpPr>
        <p:spPr>
          <a:xfrm>
            <a:off x="3698700" y="2002563"/>
            <a:ext cx="1746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0" name="Google Shape;560;p13"/>
          <p:cNvSpPr txBox="1">
            <a:spLocks noGrp="1"/>
          </p:cNvSpPr>
          <p:nvPr>
            <p:ph type="subTitle" idx="9"/>
          </p:nvPr>
        </p:nvSpPr>
        <p:spPr>
          <a:xfrm>
            <a:off x="6047112" y="2002575"/>
            <a:ext cx="1750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1" name="Google Shape;561;p13"/>
          <p:cNvSpPr txBox="1">
            <a:spLocks noGrp="1"/>
          </p:cNvSpPr>
          <p:nvPr>
            <p:ph type="subTitle" idx="13"/>
          </p:nvPr>
        </p:nvSpPr>
        <p:spPr>
          <a:xfrm>
            <a:off x="1346688" y="3505100"/>
            <a:ext cx="1746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2" name="Google Shape;562;p13"/>
          <p:cNvSpPr txBox="1">
            <a:spLocks noGrp="1"/>
          </p:cNvSpPr>
          <p:nvPr>
            <p:ph type="subTitle" idx="14"/>
          </p:nvPr>
        </p:nvSpPr>
        <p:spPr>
          <a:xfrm>
            <a:off x="3698700" y="3505100"/>
            <a:ext cx="1746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3" name="Google Shape;563;p13"/>
          <p:cNvSpPr txBox="1">
            <a:spLocks noGrp="1"/>
          </p:cNvSpPr>
          <p:nvPr>
            <p:ph type="subTitle" idx="15"/>
          </p:nvPr>
        </p:nvSpPr>
        <p:spPr>
          <a:xfrm>
            <a:off x="6047112" y="3505103"/>
            <a:ext cx="1750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-1874837" y="39956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5" name="Google Shape;565;p13"/>
          <p:cNvGrpSpPr/>
          <p:nvPr/>
        </p:nvGrpSpPr>
        <p:grpSpPr>
          <a:xfrm flipH="1">
            <a:off x="5481470" y="1514187"/>
            <a:ext cx="4143889" cy="6604850"/>
            <a:chOff x="1336575" y="1389950"/>
            <a:chExt cx="1583450" cy="2523825"/>
          </a:xfrm>
        </p:grpSpPr>
        <p:sp>
          <p:nvSpPr>
            <p:cNvPr id="566" name="Google Shape;566;p13"/>
            <p:cNvSpPr/>
            <p:nvPr/>
          </p:nvSpPr>
          <p:spPr>
            <a:xfrm>
              <a:off x="1336575" y="1389950"/>
              <a:ext cx="1583450" cy="2523825"/>
            </a:xfrm>
            <a:custGeom>
              <a:avLst/>
              <a:gdLst/>
              <a:ahLst/>
              <a:cxnLst/>
              <a:rect l="l" t="t" r="r" b="b"/>
              <a:pathLst>
                <a:path w="63338" h="100953" extrusionOk="0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2510150" y="2649325"/>
              <a:ext cx="11700" cy="5775"/>
            </a:xfrm>
            <a:custGeom>
              <a:avLst/>
              <a:gdLst/>
              <a:ahLst/>
              <a:cxnLst/>
              <a:rect l="l" t="t" r="r" b="b"/>
              <a:pathLst>
                <a:path w="468" h="231" extrusionOk="0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1406350" y="1423450"/>
              <a:ext cx="1080625" cy="1231650"/>
            </a:xfrm>
            <a:custGeom>
              <a:avLst/>
              <a:gdLst/>
              <a:ahLst/>
              <a:cxnLst/>
              <a:rect l="l" t="t" r="r" b="b"/>
              <a:pathLst>
                <a:path w="43225" h="49266" extrusionOk="0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1406350" y="1389950"/>
              <a:ext cx="5950" cy="11725"/>
            </a:xfrm>
            <a:custGeom>
              <a:avLst/>
              <a:gdLst/>
              <a:ahLst/>
              <a:cxnLst/>
              <a:rect l="l" t="t" r="r" b="b"/>
              <a:pathLst>
                <a:path w="238" h="469" extrusionOk="0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3"/>
            <p:cNvSpPr/>
            <p:nvPr/>
          </p:nvSpPr>
          <p:spPr>
            <a:xfrm>
              <a:off x="2841525" y="3857075"/>
              <a:ext cx="5950" cy="24100"/>
            </a:xfrm>
            <a:custGeom>
              <a:avLst/>
              <a:gdLst/>
              <a:ahLst/>
              <a:cxnLst/>
              <a:rect l="l" t="t" r="r" b="b"/>
              <a:pathLst>
                <a:path w="238" h="964" extrusionOk="0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3"/>
            <p:cNvSpPr/>
            <p:nvPr/>
          </p:nvSpPr>
          <p:spPr>
            <a:xfrm>
              <a:off x="2841525" y="38105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2836450" y="2740900"/>
              <a:ext cx="10325" cy="24075"/>
            </a:xfrm>
            <a:custGeom>
              <a:avLst/>
              <a:gdLst/>
              <a:ahLst/>
              <a:cxnLst/>
              <a:rect l="l" t="t" r="r" b="b"/>
              <a:pathLst>
                <a:path w="413" h="963" extrusionOk="0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3"/>
            <p:cNvSpPr/>
            <p:nvPr/>
          </p:nvSpPr>
          <p:spPr>
            <a:xfrm>
              <a:off x="2841525" y="37175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3"/>
            <p:cNvSpPr/>
            <p:nvPr/>
          </p:nvSpPr>
          <p:spPr>
            <a:xfrm>
              <a:off x="2841525" y="36246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3"/>
            <p:cNvSpPr/>
            <p:nvPr/>
          </p:nvSpPr>
          <p:spPr>
            <a:xfrm>
              <a:off x="2841525" y="35780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3"/>
            <p:cNvSpPr/>
            <p:nvPr/>
          </p:nvSpPr>
          <p:spPr>
            <a:xfrm>
              <a:off x="2841525" y="3764125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3"/>
            <p:cNvSpPr/>
            <p:nvPr/>
          </p:nvSpPr>
          <p:spPr>
            <a:xfrm>
              <a:off x="2817625" y="2697975"/>
              <a:ext cx="16775" cy="23400"/>
            </a:xfrm>
            <a:custGeom>
              <a:avLst/>
              <a:gdLst/>
              <a:ahLst/>
              <a:cxnLst/>
              <a:rect l="l" t="t" r="r" b="b"/>
              <a:pathLst>
                <a:path w="671" h="936" extrusionOk="0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2841525" y="367097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2510150" y="26493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2556725" y="2649325"/>
              <a:ext cx="22500" cy="5775"/>
            </a:xfrm>
            <a:custGeom>
              <a:avLst/>
              <a:gdLst/>
              <a:ahLst/>
              <a:cxnLst/>
              <a:rect l="l" t="t" r="r" b="b"/>
              <a:pathLst>
                <a:path w="900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3"/>
            <p:cNvSpPr/>
            <p:nvPr/>
          </p:nvSpPr>
          <p:spPr>
            <a:xfrm>
              <a:off x="2648975" y="26493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2602575" y="26493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2695550" y="2648625"/>
              <a:ext cx="23200" cy="6475"/>
            </a:xfrm>
            <a:custGeom>
              <a:avLst/>
              <a:gdLst/>
              <a:ahLst/>
              <a:cxnLst/>
              <a:rect l="l" t="t" r="r" b="b"/>
              <a:pathLst>
                <a:path w="928" h="259" extrusionOk="0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2741225" y="2651600"/>
              <a:ext cx="24100" cy="11525"/>
            </a:xfrm>
            <a:custGeom>
              <a:avLst/>
              <a:gdLst/>
              <a:ahLst/>
              <a:cxnLst/>
              <a:rect l="l" t="t" r="r" b="b"/>
              <a:pathLst>
                <a:path w="964" h="461" extrusionOk="0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2784125" y="2667475"/>
              <a:ext cx="22525" cy="17450"/>
            </a:xfrm>
            <a:custGeom>
              <a:avLst/>
              <a:gdLst/>
              <a:ahLst/>
              <a:cxnLst/>
              <a:rect l="l" t="t" r="r" b="b"/>
              <a:pathLst>
                <a:path w="901" h="698" extrusionOk="0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2841525" y="292767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2841525" y="29742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2841525" y="302062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2841525" y="3113775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2841525" y="30672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2841525" y="27881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2841525" y="28347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2841525" y="353145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2841525" y="28811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2841525" y="33462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2841525" y="33928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2841525" y="34392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2841525" y="316015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2841525" y="348507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2841525" y="32067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3"/>
            <p:cNvSpPr/>
            <p:nvPr/>
          </p:nvSpPr>
          <p:spPr>
            <a:xfrm>
              <a:off x="2841525" y="3253300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2841525" y="329967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2841525" y="3902075"/>
              <a:ext cx="5950" cy="11700"/>
            </a:xfrm>
            <a:custGeom>
              <a:avLst/>
              <a:gdLst/>
              <a:ahLst/>
              <a:cxnLst/>
              <a:rect l="l" t="t" r="r" b="b"/>
              <a:pathLst>
                <a:path w="238" h="468" extrusionOk="0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" name="Google Shape;604;p13"/>
          <p:cNvGrpSpPr/>
          <p:nvPr/>
        </p:nvGrpSpPr>
        <p:grpSpPr>
          <a:xfrm rot="5400000">
            <a:off x="-1426438" y="-1013658"/>
            <a:ext cx="1103228" cy="3337661"/>
            <a:chOff x="1825573" y="1896181"/>
            <a:chExt cx="964529" cy="2918046"/>
          </a:xfrm>
        </p:grpSpPr>
        <p:sp>
          <p:nvSpPr>
            <p:cNvPr id="605" name="Google Shape;605;p13"/>
            <p:cNvSpPr/>
            <p:nvPr/>
          </p:nvSpPr>
          <p:spPr>
            <a:xfrm>
              <a:off x="1825573" y="1896181"/>
              <a:ext cx="964529" cy="2918046"/>
            </a:xfrm>
            <a:custGeom>
              <a:avLst/>
              <a:gdLst/>
              <a:ahLst/>
              <a:cxnLst/>
              <a:rect l="l" t="t" r="r" b="b"/>
              <a:pathLst>
                <a:path w="7532" h="22787" extrusionOk="0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76200" dir="2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6" name="Google Shape;606;p13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607" name="Google Shape;607;p13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13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3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3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13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33" extrusionOk="0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9" extrusionOk="0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70" extrusionOk="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9" extrusionOk="0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36" extrusionOk="0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6" extrusionOk="0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5" extrusionOk="0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65" extrusionOk="0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58" name="Google Shape;658;p13"/>
          <p:cNvGrpSpPr/>
          <p:nvPr/>
        </p:nvGrpSpPr>
        <p:grpSpPr>
          <a:xfrm>
            <a:off x="556796" y="4513090"/>
            <a:ext cx="711583" cy="630414"/>
            <a:chOff x="460371" y="2406765"/>
            <a:chExt cx="711583" cy="630414"/>
          </a:xfrm>
        </p:grpSpPr>
        <p:grpSp>
          <p:nvGrpSpPr>
            <p:cNvPr id="659" name="Google Shape;659;p13"/>
            <p:cNvGrpSpPr/>
            <p:nvPr/>
          </p:nvGrpSpPr>
          <p:grpSpPr>
            <a:xfrm>
              <a:off x="666102" y="2406765"/>
              <a:ext cx="505852" cy="630414"/>
              <a:chOff x="666102" y="2406765"/>
              <a:chExt cx="505852" cy="630414"/>
            </a:xfrm>
          </p:grpSpPr>
          <p:grpSp>
            <p:nvGrpSpPr>
              <p:cNvPr id="660" name="Google Shape;660;p13"/>
              <p:cNvGrpSpPr/>
              <p:nvPr/>
            </p:nvGrpSpPr>
            <p:grpSpPr>
              <a:xfrm>
                <a:off x="1005172" y="2632603"/>
                <a:ext cx="166782" cy="404575"/>
                <a:chOff x="3816313" y="1611982"/>
                <a:chExt cx="1212958" cy="2940225"/>
              </a:xfrm>
            </p:grpSpPr>
            <p:sp>
              <p:nvSpPr>
                <p:cNvPr id="661" name="Google Shape;661;p13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2" h="6836" extrusionOk="0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3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9712" extrusionOk="0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3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9" h="6841" extrusionOk="0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64" name="Google Shape;664;p13"/>
              <p:cNvGrpSpPr/>
              <p:nvPr/>
            </p:nvGrpSpPr>
            <p:grpSpPr>
              <a:xfrm>
                <a:off x="666102" y="2406765"/>
                <a:ext cx="259816" cy="630384"/>
                <a:chOff x="3816313" y="1611982"/>
                <a:chExt cx="1212958" cy="2940225"/>
              </a:xfrm>
            </p:grpSpPr>
            <p:sp>
              <p:nvSpPr>
                <p:cNvPr id="665" name="Google Shape;665;p13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2" h="6836" extrusionOk="0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3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9712" extrusionOk="0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13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9" h="6841" extrusionOk="0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8" name="Google Shape;668;p13"/>
            <p:cNvGrpSpPr/>
            <p:nvPr/>
          </p:nvGrpSpPr>
          <p:grpSpPr>
            <a:xfrm>
              <a:off x="460371" y="2728161"/>
              <a:ext cx="166791" cy="302717"/>
              <a:chOff x="3816307" y="2352225"/>
              <a:chExt cx="1213027" cy="2199981"/>
            </a:xfrm>
          </p:grpSpPr>
          <p:sp>
            <p:nvSpPr>
              <p:cNvPr id="669" name="Google Shape;669;p13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 userDrawn="1">
  <p:cSld name="CUSTOM_6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6"/>
          <p:cNvSpPr/>
          <p:nvPr/>
        </p:nvSpPr>
        <p:spPr>
          <a:xfrm>
            <a:off x="-1441737" y="3639663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grpSp>
        <p:nvGrpSpPr>
          <p:cNvPr id="802" name="Google Shape;802;p16"/>
          <p:cNvGrpSpPr/>
          <p:nvPr/>
        </p:nvGrpSpPr>
        <p:grpSpPr>
          <a:xfrm rot="-5400000">
            <a:off x="-1101175" y="4427675"/>
            <a:ext cx="2079250" cy="1802500"/>
            <a:chOff x="349725" y="59275"/>
            <a:chExt cx="2079250" cy="1802500"/>
          </a:xfrm>
        </p:grpSpPr>
        <p:sp>
          <p:nvSpPr>
            <p:cNvPr id="803" name="Google Shape;803;p16"/>
            <p:cNvSpPr/>
            <p:nvPr/>
          </p:nvSpPr>
          <p:spPr>
            <a:xfrm>
              <a:off x="349725" y="59275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2154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443400" y="166800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5" name="Google Shape;805;p16"/>
          <p:cNvGrpSpPr/>
          <p:nvPr/>
        </p:nvGrpSpPr>
        <p:grpSpPr>
          <a:xfrm rot="-5400000">
            <a:off x="5770006" y="-1428521"/>
            <a:ext cx="6382937" cy="1623549"/>
            <a:chOff x="713181" y="3935229"/>
            <a:chExt cx="6382937" cy="1623549"/>
          </a:xfrm>
        </p:grpSpPr>
        <p:sp>
          <p:nvSpPr>
            <p:cNvPr id="806" name="Google Shape;806;p16"/>
            <p:cNvSpPr/>
            <p:nvPr/>
          </p:nvSpPr>
          <p:spPr>
            <a:xfrm rot="5400000" flipH="1">
              <a:off x="3092875" y="1555535"/>
              <a:ext cx="1623549" cy="6382937"/>
            </a:xfrm>
            <a:custGeom>
              <a:avLst/>
              <a:gdLst/>
              <a:ahLst/>
              <a:cxnLst/>
              <a:rect l="l" t="t" r="r" b="b"/>
              <a:pathLst>
                <a:path w="12220" h="44059" extrusionOk="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7" name="Google Shape;807;p16"/>
            <p:cNvGrpSpPr/>
            <p:nvPr/>
          </p:nvGrpSpPr>
          <p:grpSpPr>
            <a:xfrm rot="5400000" flipH="1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808" name="Google Shape;808;p16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6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6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3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6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6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6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16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16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6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16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16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6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65" extrusionOk="0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6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6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6" extrusionOk="0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6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16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6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6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6" extrusionOk="0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16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16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6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64" h="449" extrusionOk="0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6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16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16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16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16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1" extrusionOk="0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16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16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6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6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6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16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16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16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16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6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5" extrusionOk="0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16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77" extrusionOk="0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16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16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52" extrusionOk="0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16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15" extrusionOk="0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16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23" extrusionOk="0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16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35" extrusionOk="0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16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16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2" extrusionOk="0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16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0" h="396" extrusionOk="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16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8" extrusionOk="0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16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16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16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16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16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16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16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65" extrusionOk="0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16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16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16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16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16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16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16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16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16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16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6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6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6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6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6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6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6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6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6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16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16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6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6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77" extrusionOk="0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6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6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49" extrusionOk="0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6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28" extrusionOk="0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6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09" extrusionOk="0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6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6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6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16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2" name="Google Shape;892;p16"/>
          <p:cNvGrpSpPr/>
          <p:nvPr/>
        </p:nvGrpSpPr>
        <p:grpSpPr>
          <a:xfrm>
            <a:off x="7768463" y="4513064"/>
            <a:ext cx="750012" cy="630423"/>
            <a:chOff x="1507450" y="3919292"/>
            <a:chExt cx="953486" cy="801453"/>
          </a:xfrm>
        </p:grpSpPr>
        <p:grpSp>
          <p:nvGrpSpPr>
            <p:cNvPr id="893" name="Google Shape;893;p16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894" name="Google Shape;894;p16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16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16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7" name="Google Shape;897;p16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898" name="Google Shape;898;p16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16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16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1" name="Google Shape;901;p16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902" name="Google Shape;902;p16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16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16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5" name="Google Shape;905;p16"/>
          <p:cNvGrpSpPr/>
          <p:nvPr/>
        </p:nvGrpSpPr>
        <p:grpSpPr>
          <a:xfrm>
            <a:off x="301289" y="4002345"/>
            <a:ext cx="374657" cy="463150"/>
            <a:chOff x="8243489" y="4050570"/>
            <a:chExt cx="374657" cy="463150"/>
          </a:xfrm>
        </p:grpSpPr>
        <p:sp>
          <p:nvSpPr>
            <p:cNvPr id="906" name="Google Shape;906;p16"/>
            <p:cNvSpPr/>
            <p:nvPr/>
          </p:nvSpPr>
          <p:spPr>
            <a:xfrm>
              <a:off x="8243489" y="4051225"/>
              <a:ext cx="374657" cy="461828"/>
            </a:xfrm>
            <a:custGeom>
              <a:avLst/>
              <a:gdLst/>
              <a:ahLst/>
              <a:cxnLst/>
              <a:rect l="l" t="t" r="r" b="b"/>
              <a:pathLst>
                <a:path w="107815" h="132900" extrusionOk="0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8244307" y="4050570"/>
              <a:ext cx="257600" cy="463150"/>
            </a:xfrm>
            <a:custGeom>
              <a:avLst/>
              <a:gdLst/>
              <a:ahLst/>
              <a:cxnLst/>
              <a:rect l="l" t="t" r="r" b="b"/>
              <a:pathLst>
                <a:path w="10304" h="18526" extrusionOk="0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8" name="Google Shape;908;p16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909" name="Google Shape;909;p16"/>
          <p:cNvSpPr txBox="1">
            <a:spLocks noGrp="1"/>
          </p:cNvSpPr>
          <p:nvPr>
            <p:ph type="subTitle" idx="1"/>
          </p:nvPr>
        </p:nvSpPr>
        <p:spPr>
          <a:xfrm>
            <a:off x="720000" y="1243013"/>
            <a:ext cx="7703999" cy="2879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7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7" name="Google Shape;917;p17"/>
          <p:cNvSpPr txBox="1">
            <a:spLocks noGrp="1"/>
          </p:cNvSpPr>
          <p:nvPr>
            <p:ph type="subTitle" idx="1"/>
          </p:nvPr>
        </p:nvSpPr>
        <p:spPr>
          <a:xfrm>
            <a:off x="1823546" y="16237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17"/>
          <p:cNvSpPr txBox="1">
            <a:spLocks noGrp="1"/>
          </p:cNvSpPr>
          <p:nvPr>
            <p:ph type="subTitle" idx="2"/>
          </p:nvPr>
        </p:nvSpPr>
        <p:spPr>
          <a:xfrm>
            <a:off x="5517024" y="16237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9" name="Google Shape;919;p17"/>
          <p:cNvSpPr txBox="1">
            <a:spLocks noGrp="1"/>
          </p:cNvSpPr>
          <p:nvPr>
            <p:ph type="subTitle" idx="3"/>
          </p:nvPr>
        </p:nvSpPr>
        <p:spPr>
          <a:xfrm>
            <a:off x="1823546" y="31319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17"/>
          <p:cNvSpPr txBox="1">
            <a:spLocks noGrp="1"/>
          </p:cNvSpPr>
          <p:nvPr>
            <p:ph type="subTitle" idx="4"/>
          </p:nvPr>
        </p:nvSpPr>
        <p:spPr>
          <a:xfrm>
            <a:off x="5517024" y="31319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1" name="Google Shape;921;p17"/>
          <p:cNvSpPr txBox="1">
            <a:spLocks noGrp="1"/>
          </p:cNvSpPr>
          <p:nvPr>
            <p:ph type="subTitle" idx="5"/>
          </p:nvPr>
        </p:nvSpPr>
        <p:spPr>
          <a:xfrm>
            <a:off x="1823546" y="13260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2" name="Google Shape;922;p17"/>
          <p:cNvSpPr txBox="1">
            <a:spLocks noGrp="1"/>
          </p:cNvSpPr>
          <p:nvPr>
            <p:ph type="subTitle" idx="6"/>
          </p:nvPr>
        </p:nvSpPr>
        <p:spPr>
          <a:xfrm>
            <a:off x="1823546" y="28343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3" name="Google Shape;923;p17"/>
          <p:cNvSpPr txBox="1">
            <a:spLocks noGrp="1"/>
          </p:cNvSpPr>
          <p:nvPr>
            <p:ph type="subTitle" idx="7"/>
          </p:nvPr>
        </p:nvSpPr>
        <p:spPr>
          <a:xfrm>
            <a:off x="5517024" y="13260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4" name="Google Shape;924;p17"/>
          <p:cNvSpPr txBox="1">
            <a:spLocks noGrp="1"/>
          </p:cNvSpPr>
          <p:nvPr>
            <p:ph type="subTitle" idx="8"/>
          </p:nvPr>
        </p:nvSpPr>
        <p:spPr>
          <a:xfrm>
            <a:off x="5517024" y="28343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5" name="Google Shape;925;p17"/>
          <p:cNvSpPr/>
          <p:nvPr/>
        </p:nvSpPr>
        <p:spPr>
          <a:xfrm>
            <a:off x="6686588" y="44816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6" name="Google Shape;926;p17"/>
          <p:cNvGrpSpPr/>
          <p:nvPr/>
        </p:nvGrpSpPr>
        <p:grpSpPr>
          <a:xfrm>
            <a:off x="7664537" y="4203130"/>
            <a:ext cx="1103228" cy="3337661"/>
            <a:chOff x="1825573" y="1896181"/>
            <a:chExt cx="964529" cy="2918046"/>
          </a:xfrm>
        </p:grpSpPr>
        <p:sp>
          <p:nvSpPr>
            <p:cNvPr id="927" name="Google Shape;927;p17"/>
            <p:cNvSpPr/>
            <p:nvPr/>
          </p:nvSpPr>
          <p:spPr>
            <a:xfrm>
              <a:off x="1825573" y="1896181"/>
              <a:ext cx="964529" cy="2918046"/>
            </a:xfrm>
            <a:custGeom>
              <a:avLst/>
              <a:gdLst/>
              <a:ahLst/>
              <a:cxnLst/>
              <a:rect l="l" t="t" r="r" b="b"/>
              <a:pathLst>
                <a:path w="7532" h="22787" extrusionOk="0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76200" dir="2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8" name="Google Shape;928;p17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929" name="Google Shape;929;p17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7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17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17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17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17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17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17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17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7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17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17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17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17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17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17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17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33" extrusionOk="0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17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7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7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17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9" extrusionOk="0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17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17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70" extrusionOk="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17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17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17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17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17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17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17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17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17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17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17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17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17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17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17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9" extrusionOk="0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17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17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36" extrusionOk="0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17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6" extrusionOk="0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17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5" extrusionOk="0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17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17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17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17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17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17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17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17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65" extrusionOk="0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17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80" name="Google Shape;980;p17"/>
          <p:cNvGrpSpPr/>
          <p:nvPr/>
        </p:nvGrpSpPr>
        <p:grpSpPr>
          <a:xfrm flipH="1">
            <a:off x="-3522231" y="-1618067"/>
            <a:ext cx="4242221" cy="6761580"/>
            <a:chOff x="1336575" y="1389950"/>
            <a:chExt cx="1583450" cy="2523825"/>
          </a:xfrm>
        </p:grpSpPr>
        <p:sp>
          <p:nvSpPr>
            <p:cNvPr id="981" name="Google Shape;981;p17"/>
            <p:cNvSpPr/>
            <p:nvPr/>
          </p:nvSpPr>
          <p:spPr>
            <a:xfrm>
              <a:off x="1336575" y="1389950"/>
              <a:ext cx="1583450" cy="2523825"/>
            </a:xfrm>
            <a:custGeom>
              <a:avLst/>
              <a:gdLst/>
              <a:ahLst/>
              <a:cxnLst/>
              <a:rect l="l" t="t" r="r" b="b"/>
              <a:pathLst>
                <a:path w="63338" h="100953" extrusionOk="0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7"/>
            <p:cNvSpPr/>
            <p:nvPr/>
          </p:nvSpPr>
          <p:spPr>
            <a:xfrm>
              <a:off x="2510150" y="2649325"/>
              <a:ext cx="11700" cy="5775"/>
            </a:xfrm>
            <a:custGeom>
              <a:avLst/>
              <a:gdLst/>
              <a:ahLst/>
              <a:cxnLst/>
              <a:rect l="l" t="t" r="r" b="b"/>
              <a:pathLst>
                <a:path w="468" h="231" extrusionOk="0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7"/>
            <p:cNvSpPr/>
            <p:nvPr/>
          </p:nvSpPr>
          <p:spPr>
            <a:xfrm>
              <a:off x="1406350" y="1423450"/>
              <a:ext cx="1080625" cy="1231650"/>
            </a:xfrm>
            <a:custGeom>
              <a:avLst/>
              <a:gdLst/>
              <a:ahLst/>
              <a:cxnLst/>
              <a:rect l="l" t="t" r="r" b="b"/>
              <a:pathLst>
                <a:path w="43225" h="49266" extrusionOk="0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7"/>
            <p:cNvSpPr/>
            <p:nvPr/>
          </p:nvSpPr>
          <p:spPr>
            <a:xfrm>
              <a:off x="1406350" y="1389950"/>
              <a:ext cx="5950" cy="11725"/>
            </a:xfrm>
            <a:custGeom>
              <a:avLst/>
              <a:gdLst/>
              <a:ahLst/>
              <a:cxnLst/>
              <a:rect l="l" t="t" r="r" b="b"/>
              <a:pathLst>
                <a:path w="238" h="469" extrusionOk="0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7"/>
            <p:cNvSpPr/>
            <p:nvPr/>
          </p:nvSpPr>
          <p:spPr>
            <a:xfrm>
              <a:off x="2841525" y="3857075"/>
              <a:ext cx="5950" cy="24100"/>
            </a:xfrm>
            <a:custGeom>
              <a:avLst/>
              <a:gdLst/>
              <a:ahLst/>
              <a:cxnLst/>
              <a:rect l="l" t="t" r="r" b="b"/>
              <a:pathLst>
                <a:path w="238" h="964" extrusionOk="0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7"/>
            <p:cNvSpPr/>
            <p:nvPr/>
          </p:nvSpPr>
          <p:spPr>
            <a:xfrm>
              <a:off x="2841525" y="38105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7"/>
            <p:cNvSpPr/>
            <p:nvPr/>
          </p:nvSpPr>
          <p:spPr>
            <a:xfrm>
              <a:off x="2836450" y="2740900"/>
              <a:ext cx="10325" cy="24075"/>
            </a:xfrm>
            <a:custGeom>
              <a:avLst/>
              <a:gdLst/>
              <a:ahLst/>
              <a:cxnLst/>
              <a:rect l="l" t="t" r="r" b="b"/>
              <a:pathLst>
                <a:path w="413" h="963" extrusionOk="0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7"/>
            <p:cNvSpPr/>
            <p:nvPr/>
          </p:nvSpPr>
          <p:spPr>
            <a:xfrm>
              <a:off x="2841525" y="37175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7"/>
            <p:cNvSpPr/>
            <p:nvPr/>
          </p:nvSpPr>
          <p:spPr>
            <a:xfrm>
              <a:off x="2841525" y="36246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7"/>
            <p:cNvSpPr/>
            <p:nvPr/>
          </p:nvSpPr>
          <p:spPr>
            <a:xfrm>
              <a:off x="2841525" y="35780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7"/>
            <p:cNvSpPr/>
            <p:nvPr/>
          </p:nvSpPr>
          <p:spPr>
            <a:xfrm>
              <a:off x="2841525" y="3764125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7"/>
            <p:cNvSpPr/>
            <p:nvPr/>
          </p:nvSpPr>
          <p:spPr>
            <a:xfrm>
              <a:off x="2817625" y="2697975"/>
              <a:ext cx="16775" cy="23400"/>
            </a:xfrm>
            <a:custGeom>
              <a:avLst/>
              <a:gdLst/>
              <a:ahLst/>
              <a:cxnLst/>
              <a:rect l="l" t="t" r="r" b="b"/>
              <a:pathLst>
                <a:path w="671" h="936" extrusionOk="0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7"/>
            <p:cNvSpPr/>
            <p:nvPr/>
          </p:nvSpPr>
          <p:spPr>
            <a:xfrm>
              <a:off x="2841525" y="367097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7"/>
            <p:cNvSpPr/>
            <p:nvPr/>
          </p:nvSpPr>
          <p:spPr>
            <a:xfrm>
              <a:off x="2510150" y="26493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7"/>
            <p:cNvSpPr/>
            <p:nvPr/>
          </p:nvSpPr>
          <p:spPr>
            <a:xfrm>
              <a:off x="2556725" y="2649325"/>
              <a:ext cx="22500" cy="5775"/>
            </a:xfrm>
            <a:custGeom>
              <a:avLst/>
              <a:gdLst/>
              <a:ahLst/>
              <a:cxnLst/>
              <a:rect l="l" t="t" r="r" b="b"/>
              <a:pathLst>
                <a:path w="900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7"/>
            <p:cNvSpPr/>
            <p:nvPr/>
          </p:nvSpPr>
          <p:spPr>
            <a:xfrm>
              <a:off x="2648975" y="26493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7"/>
            <p:cNvSpPr/>
            <p:nvPr/>
          </p:nvSpPr>
          <p:spPr>
            <a:xfrm>
              <a:off x="2602575" y="26493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7"/>
            <p:cNvSpPr/>
            <p:nvPr/>
          </p:nvSpPr>
          <p:spPr>
            <a:xfrm>
              <a:off x="2695550" y="2648625"/>
              <a:ext cx="23200" cy="6475"/>
            </a:xfrm>
            <a:custGeom>
              <a:avLst/>
              <a:gdLst/>
              <a:ahLst/>
              <a:cxnLst/>
              <a:rect l="l" t="t" r="r" b="b"/>
              <a:pathLst>
                <a:path w="928" h="259" extrusionOk="0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7"/>
            <p:cNvSpPr/>
            <p:nvPr/>
          </p:nvSpPr>
          <p:spPr>
            <a:xfrm>
              <a:off x="2741225" y="2651600"/>
              <a:ext cx="24100" cy="11525"/>
            </a:xfrm>
            <a:custGeom>
              <a:avLst/>
              <a:gdLst/>
              <a:ahLst/>
              <a:cxnLst/>
              <a:rect l="l" t="t" r="r" b="b"/>
              <a:pathLst>
                <a:path w="964" h="461" extrusionOk="0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7"/>
            <p:cNvSpPr/>
            <p:nvPr/>
          </p:nvSpPr>
          <p:spPr>
            <a:xfrm>
              <a:off x="2784125" y="2667475"/>
              <a:ext cx="22525" cy="17450"/>
            </a:xfrm>
            <a:custGeom>
              <a:avLst/>
              <a:gdLst/>
              <a:ahLst/>
              <a:cxnLst/>
              <a:rect l="l" t="t" r="r" b="b"/>
              <a:pathLst>
                <a:path w="901" h="698" extrusionOk="0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7"/>
            <p:cNvSpPr/>
            <p:nvPr/>
          </p:nvSpPr>
          <p:spPr>
            <a:xfrm>
              <a:off x="2841525" y="292767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7"/>
            <p:cNvSpPr/>
            <p:nvPr/>
          </p:nvSpPr>
          <p:spPr>
            <a:xfrm>
              <a:off x="2841525" y="29742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7"/>
            <p:cNvSpPr/>
            <p:nvPr/>
          </p:nvSpPr>
          <p:spPr>
            <a:xfrm>
              <a:off x="2841525" y="302062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7"/>
            <p:cNvSpPr/>
            <p:nvPr/>
          </p:nvSpPr>
          <p:spPr>
            <a:xfrm>
              <a:off x="2841525" y="3113775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7"/>
            <p:cNvSpPr/>
            <p:nvPr/>
          </p:nvSpPr>
          <p:spPr>
            <a:xfrm>
              <a:off x="2841525" y="30672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7"/>
            <p:cNvSpPr/>
            <p:nvPr/>
          </p:nvSpPr>
          <p:spPr>
            <a:xfrm>
              <a:off x="2841525" y="27881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7"/>
            <p:cNvSpPr/>
            <p:nvPr/>
          </p:nvSpPr>
          <p:spPr>
            <a:xfrm>
              <a:off x="2841525" y="28347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7"/>
            <p:cNvSpPr/>
            <p:nvPr/>
          </p:nvSpPr>
          <p:spPr>
            <a:xfrm>
              <a:off x="2841525" y="353145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7"/>
            <p:cNvSpPr/>
            <p:nvPr/>
          </p:nvSpPr>
          <p:spPr>
            <a:xfrm>
              <a:off x="2841525" y="28811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7"/>
            <p:cNvSpPr/>
            <p:nvPr/>
          </p:nvSpPr>
          <p:spPr>
            <a:xfrm>
              <a:off x="2841525" y="33462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7"/>
            <p:cNvSpPr/>
            <p:nvPr/>
          </p:nvSpPr>
          <p:spPr>
            <a:xfrm>
              <a:off x="2841525" y="33928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7"/>
            <p:cNvSpPr/>
            <p:nvPr/>
          </p:nvSpPr>
          <p:spPr>
            <a:xfrm>
              <a:off x="2841525" y="34392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7"/>
            <p:cNvSpPr/>
            <p:nvPr/>
          </p:nvSpPr>
          <p:spPr>
            <a:xfrm>
              <a:off x="2841525" y="316015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7"/>
            <p:cNvSpPr/>
            <p:nvPr/>
          </p:nvSpPr>
          <p:spPr>
            <a:xfrm>
              <a:off x="2841525" y="348507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7"/>
            <p:cNvSpPr/>
            <p:nvPr/>
          </p:nvSpPr>
          <p:spPr>
            <a:xfrm>
              <a:off x="2841525" y="32067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7"/>
            <p:cNvSpPr/>
            <p:nvPr/>
          </p:nvSpPr>
          <p:spPr>
            <a:xfrm>
              <a:off x="2841525" y="3253300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7"/>
            <p:cNvSpPr/>
            <p:nvPr/>
          </p:nvSpPr>
          <p:spPr>
            <a:xfrm>
              <a:off x="2841525" y="329967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7"/>
            <p:cNvSpPr/>
            <p:nvPr/>
          </p:nvSpPr>
          <p:spPr>
            <a:xfrm>
              <a:off x="2841525" y="3902075"/>
              <a:ext cx="5950" cy="11700"/>
            </a:xfrm>
            <a:custGeom>
              <a:avLst/>
              <a:gdLst/>
              <a:ahLst/>
              <a:cxnLst/>
              <a:rect l="l" t="t" r="r" b="b"/>
              <a:pathLst>
                <a:path w="238" h="468" extrusionOk="0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9" name="Google Shape;1019;p17"/>
          <p:cNvGrpSpPr/>
          <p:nvPr/>
        </p:nvGrpSpPr>
        <p:grpSpPr>
          <a:xfrm>
            <a:off x="8028814" y="3951370"/>
            <a:ext cx="374657" cy="463150"/>
            <a:chOff x="8243489" y="4050570"/>
            <a:chExt cx="374657" cy="463150"/>
          </a:xfrm>
        </p:grpSpPr>
        <p:sp>
          <p:nvSpPr>
            <p:cNvPr id="1020" name="Google Shape;1020;p17"/>
            <p:cNvSpPr/>
            <p:nvPr/>
          </p:nvSpPr>
          <p:spPr>
            <a:xfrm>
              <a:off x="8243489" y="4051225"/>
              <a:ext cx="374657" cy="461828"/>
            </a:xfrm>
            <a:custGeom>
              <a:avLst/>
              <a:gdLst/>
              <a:ahLst/>
              <a:cxnLst/>
              <a:rect l="l" t="t" r="r" b="b"/>
              <a:pathLst>
                <a:path w="107815" h="132900" extrusionOk="0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7"/>
            <p:cNvSpPr/>
            <p:nvPr/>
          </p:nvSpPr>
          <p:spPr>
            <a:xfrm>
              <a:off x="8244307" y="4050570"/>
              <a:ext cx="257600" cy="463150"/>
            </a:xfrm>
            <a:custGeom>
              <a:avLst/>
              <a:gdLst/>
              <a:ahLst/>
              <a:cxnLst/>
              <a:rect l="l" t="t" r="r" b="b"/>
              <a:pathLst>
                <a:path w="10304" h="18526" extrusionOk="0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2" name="Google Shape;1022;p17"/>
          <p:cNvGrpSpPr/>
          <p:nvPr/>
        </p:nvGrpSpPr>
        <p:grpSpPr>
          <a:xfrm>
            <a:off x="618008" y="4513090"/>
            <a:ext cx="711583" cy="630414"/>
            <a:chOff x="460371" y="2406765"/>
            <a:chExt cx="711583" cy="630414"/>
          </a:xfrm>
        </p:grpSpPr>
        <p:grpSp>
          <p:nvGrpSpPr>
            <p:cNvPr id="1023" name="Google Shape;1023;p17"/>
            <p:cNvGrpSpPr/>
            <p:nvPr/>
          </p:nvGrpSpPr>
          <p:grpSpPr>
            <a:xfrm>
              <a:off x="666102" y="2406765"/>
              <a:ext cx="505852" cy="630414"/>
              <a:chOff x="666102" y="2406765"/>
              <a:chExt cx="505852" cy="630414"/>
            </a:xfrm>
          </p:grpSpPr>
          <p:grpSp>
            <p:nvGrpSpPr>
              <p:cNvPr id="1024" name="Google Shape;1024;p17"/>
              <p:cNvGrpSpPr/>
              <p:nvPr/>
            </p:nvGrpSpPr>
            <p:grpSpPr>
              <a:xfrm>
                <a:off x="1005172" y="2632603"/>
                <a:ext cx="166782" cy="404575"/>
                <a:chOff x="3816313" y="1611982"/>
                <a:chExt cx="1212958" cy="2940225"/>
              </a:xfrm>
            </p:grpSpPr>
            <p:sp>
              <p:nvSpPr>
                <p:cNvPr id="1025" name="Google Shape;1025;p17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2" h="6836" extrusionOk="0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6" name="Google Shape;1026;p17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9712" extrusionOk="0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7" name="Google Shape;1027;p17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9" h="6841" extrusionOk="0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28" name="Google Shape;1028;p17"/>
              <p:cNvGrpSpPr/>
              <p:nvPr/>
            </p:nvGrpSpPr>
            <p:grpSpPr>
              <a:xfrm>
                <a:off x="666102" y="2406765"/>
                <a:ext cx="259816" cy="630384"/>
                <a:chOff x="3816313" y="1611982"/>
                <a:chExt cx="1212958" cy="2940225"/>
              </a:xfrm>
            </p:grpSpPr>
            <p:sp>
              <p:nvSpPr>
                <p:cNvPr id="1029" name="Google Shape;1029;p17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2" h="6836" extrusionOk="0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0" name="Google Shape;1030;p17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9712" extrusionOk="0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1" name="Google Shape;1031;p17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9" h="6841" extrusionOk="0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32" name="Google Shape;1032;p17"/>
            <p:cNvGrpSpPr/>
            <p:nvPr/>
          </p:nvGrpSpPr>
          <p:grpSpPr>
            <a:xfrm>
              <a:off x="460371" y="2728161"/>
              <a:ext cx="166791" cy="302717"/>
              <a:chOff x="3816307" y="2352225"/>
              <a:chExt cx="1213027" cy="2199981"/>
            </a:xfrm>
          </p:grpSpPr>
          <p:sp>
            <p:nvSpPr>
              <p:cNvPr id="1033" name="Google Shape;1033;p17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7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7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8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38" name="Google Shape;1038;p18"/>
          <p:cNvSpPr txBox="1">
            <a:spLocks noGrp="1"/>
          </p:cNvSpPr>
          <p:nvPr>
            <p:ph type="subTitle" idx="1"/>
          </p:nvPr>
        </p:nvSpPr>
        <p:spPr>
          <a:xfrm>
            <a:off x="720002" y="1467436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39" name="Google Shape;1039;p18"/>
          <p:cNvSpPr txBox="1">
            <a:spLocks noGrp="1"/>
          </p:cNvSpPr>
          <p:nvPr>
            <p:ph type="subTitle" idx="2"/>
          </p:nvPr>
        </p:nvSpPr>
        <p:spPr>
          <a:xfrm>
            <a:off x="3579000" y="1467436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0" name="Google Shape;1040;p18"/>
          <p:cNvSpPr txBox="1">
            <a:spLocks noGrp="1"/>
          </p:cNvSpPr>
          <p:nvPr>
            <p:ph type="subTitle" idx="3"/>
          </p:nvPr>
        </p:nvSpPr>
        <p:spPr>
          <a:xfrm>
            <a:off x="720002" y="3045325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1" name="Google Shape;1041;p18"/>
          <p:cNvSpPr txBox="1">
            <a:spLocks noGrp="1"/>
          </p:cNvSpPr>
          <p:nvPr>
            <p:ph type="subTitle" idx="4"/>
          </p:nvPr>
        </p:nvSpPr>
        <p:spPr>
          <a:xfrm>
            <a:off x="3579000" y="3045325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2" name="Google Shape;1042;p18"/>
          <p:cNvSpPr txBox="1">
            <a:spLocks noGrp="1"/>
          </p:cNvSpPr>
          <p:nvPr>
            <p:ph type="subTitle" idx="5"/>
          </p:nvPr>
        </p:nvSpPr>
        <p:spPr>
          <a:xfrm>
            <a:off x="6437998" y="1467436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3" name="Google Shape;1043;p18"/>
          <p:cNvSpPr txBox="1">
            <a:spLocks noGrp="1"/>
          </p:cNvSpPr>
          <p:nvPr>
            <p:ph type="subTitle" idx="6"/>
          </p:nvPr>
        </p:nvSpPr>
        <p:spPr>
          <a:xfrm>
            <a:off x="6437998" y="3045325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4" name="Google Shape;1044;p18"/>
          <p:cNvSpPr txBox="1">
            <a:spLocks noGrp="1"/>
          </p:cNvSpPr>
          <p:nvPr>
            <p:ph type="subTitle" idx="7"/>
          </p:nvPr>
        </p:nvSpPr>
        <p:spPr>
          <a:xfrm>
            <a:off x="723902" y="1183863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5" name="Google Shape;1045;p18"/>
          <p:cNvSpPr txBox="1">
            <a:spLocks noGrp="1"/>
          </p:cNvSpPr>
          <p:nvPr>
            <p:ph type="subTitle" idx="8"/>
          </p:nvPr>
        </p:nvSpPr>
        <p:spPr>
          <a:xfrm>
            <a:off x="3582900" y="1183863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6" name="Google Shape;1046;p18"/>
          <p:cNvSpPr txBox="1">
            <a:spLocks noGrp="1"/>
          </p:cNvSpPr>
          <p:nvPr>
            <p:ph type="subTitle" idx="9"/>
          </p:nvPr>
        </p:nvSpPr>
        <p:spPr>
          <a:xfrm>
            <a:off x="6441898" y="1183863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7" name="Google Shape;1047;p18"/>
          <p:cNvSpPr txBox="1">
            <a:spLocks noGrp="1"/>
          </p:cNvSpPr>
          <p:nvPr>
            <p:ph type="subTitle" idx="13"/>
          </p:nvPr>
        </p:nvSpPr>
        <p:spPr>
          <a:xfrm>
            <a:off x="723902" y="27585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8" name="Google Shape;1048;p18"/>
          <p:cNvSpPr txBox="1">
            <a:spLocks noGrp="1"/>
          </p:cNvSpPr>
          <p:nvPr>
            <p:ph type="subTitle" idx="14"/>
          </p:nvPr>
        </p:nvSpPr>
        <p:spPr>
          <a:xfrm>
            <a:off x="3582900" y="27585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9" name="Google Shape;1049;p18"/>
          <p:cNvSpPr txBox="1">
            <a:spLocks noGrp="1"/>
          </p:cNvSpPr>
          <p:nvPr>
            <p:ph type="subTitle" idx="15"/>
          </p:nvPr>
        </p:nvSpPr>
        <p:spPr>
          <a:xfrm>
            <a:off x="6441898" y="27585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0" name="Google Shape;1050;p18"/>
          <p:cNvSpPr/>
          <p:nvPr/>
        </p:nvSpPr>
        <p:spPr>
          <a:xfrm>
            <a:off x="7653349" y="4173425"/>
            <a:ext cx="2989500" cy="29895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1" name="Google Shape;1051;p18"/>
          <p:cNvGrpSpPr/>
          <p:nvPr/>
        </p:nvGrpSpPr>
        <p:grpSpPr>
          <a:xfrm flipH="1">
            <a:off x="-1191848" y="3286771"/>
            <a:ext cx="13848078" cy="1717216"/>
            <a:chOff x="3225200" y="1878300"/>
            <a:chExt cx="5251850" cy="651250"/>
          </a:xfrm>
        </p:grpSpPr>
        <p:sp>
          <p:nvSpPr>
            <p:cNvPr id="1052" name="Google Shape;1052;p18"/>
            <p:cNvSpPr/>
            <p:nvPr/>
          </p:nvSpPr>
          <p:spPr>
            <a:xfrm>
              <a:off x="3225200" y="1878300"/>
              <a:ext cx="5240150" cy="651250"/>
            </a:xfrm>
            <a:custGeom>
              <a:avLst/>
              <a:gdLst/>
              <a:ahLst/>
              <a:cxnLst/>
              <a:rect l="l" t="t" r="r" b="b"/>
              <a:pathLst>
                <a:path w="209606" h="26050" extrusionOk="0">
                  <a:moveTo>
                    <a:pt x="1" y="0"/>
                  </a:moveTo>
                  <a:lnTo>
                    <a:pt x="1" y="6104"/>
                  </a:lnTo>
                  <a:lnTo>
                    <a:pt x="55231" y="6104"/>
                  </a:lnTo>
                  <a:cubicBezTo>
                    <a:pt x="56305" y="6104"/>
                    <a:pt x="57177" y="6976"/>
                    <a:pt x="57177" y="8023"/>
                  </a:cubicBezTo>
                  <a:cubicBezTo>
                    <a:pt x="57177" y="9097"/>
                    <a:pt x="56305" y="9969"/>
                    <a:pt x="55231" y="9969"/>
                  </a:cubicBezTo>
                  <a:lnTo>
                    <a:pt x="36074" y="9969"/>
                  </a:lnTo>
                  <a:cubicBezTo>
                    <a:pt x="31714" y="9969"/>
                    <a:pt x="28170" y="13429"/>
                    <a:pt x="28052" y="17761"/>
                  </a:cubicBezTo>
                  <a:lnTo>
                    <a:pt x="28024" y="17761"/>
                  </a:lnTo>
                  <a:lnTo>
                    <a:pt x="28024" y="18026"/>
                  </a:lnTo>
                  <a:cubicBezTo>
                    <a:pt x="28024" y="22442"/>
                    <a:pt x="31630" y="26049"/>
                    <a:pt x="36074" y="26049"/>
                  </a:cubicBezTo>
                  <a:lnTo>
                    <a:pt x="209606" y="26049"/>
                  </a:lnTo>
                  <a:lnTo>
                    <a:pt x="209606" y="19945"/>
                  </a:lnTo>
                  <a:lnTo>
                    <a:pt x="36074" y="19945"/>
                  </a:lnTo>
                  <a:cubicBezTo>
                    <a:pt x="35091" y="19945"/>
                    <a:pt x="34274" y="19212"/>
                    <a:pt x="34156" y="18257"/>
                  </a:cubicBezTo>
                  <a:cubicBezTo>
                    <a:pt x="34156" y="18166"/>
                    <a:pt x="34128" y="18082"/>
                    <a:pt x="34128" y="17992"/>
                  </a:cubicBezTo>
                  <a:cubicBezTo>
                    <a:pt x="34128" y="16945"/>
                    <a:pt x="35000" y="16073"/>
                    <a:pt x="36074" y="16073"/>
                  </a:cubicBezTo>
                  <a:lnTo>
                    <a:pt x="55231" y="16073"/>
                  </a:lnTo>
                  <a:cubicBezTo>
                    <a:pt x="59682" y="16073"/>
                    <a:pt x="63281" y="12473"/>
                    <a:pt x="63281" y="8023"/>
                  </a:cubicBezTo>
                  <a:cubicBezTo>
                    <a:pt x="63281" y="3607"/>
                    <a:pt x="59682" y="0"/>
                    <a:pt x="552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8"/>
            <p:cNvSpPr/>
            <p:nvPr/>
          </p:nvSpPr>
          <p:spPr>
            <a:xfrm>
              <a:off x="3468675" y="1951725"/>
              <a:ext cx="24100" cy="5775"/>
            </a:xfrm>
            <a:custGeom>
              <a:avLst/>
              <a:gdLst/>
              <a:ahLst/>
              <a:cxnLst/>
              <a:rect l="l" t="t" r="r" b="b"/>
              <a:pathLst>
                <a:path w="964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8"/>
            <p:cNvSpPr/>
            <p:nvPr/>
          </p:nvSpPr>
          <p:spPr>
            <a:xfrm>
              <a:off x="342227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8"/>
            <p:cNvSpPr/>
            <p:nvPr/>
          </p:nvSpPr>
          <p:spPr>
            <a:xfrm>
              <a:off x="351592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8"/>
            <p:cNvSpPr/>
            <p:nvPr/>
          </p:nvSpPr>
          <p:spPr>
            <a:xfrm>
              <a:off x="3375025" y="1951725"/>
              <a:ext cx="23900" cy="5775"/>
            </a:xfrm>
            <a:custGeom>
              <a:avLst/>
              <a:gdLst/>
              <a:ahLst/>
              <a:cxnLst/>
              <a:rect l="l" t="t" r="r" b="b"/>
              <a:pathLst>
                <a:path w="956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8"/>
            <p:cNvSpPr/>
            <p:nvPr/>
          </p:nvSpPr>
          <p:spPr>
            <a:xfrm>
              <a:off x="38459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8"/>
            <p:cNvSpPr/>
            <p:nvPr/>
          </p:nvSpPr>
          <p:spPr>
            <a:xfrm>
              <a:off x="379865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8"/>
            <p:cNvSpPr/>
            <p:nvPr/>
          </p:nvSpPr>
          <p:spPr>
            <a:xfrm>
              <a:off x="3939550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8"/>
            <p:cNvSpPr/>
            <p:nvPr/>
          </p:nvSpPr>
          <p:spPr>
            <a:xfrm>
              <a:off x="3892300" y="1951725"/>
              <a:ext cx="24100" cy="5775"/>
            </a:xfrm>
            <a:custGeom>
              <a:avLst/>
              <a:gdLst/>
              <a:ahLst/>
              <a:cxnLst/>
              <a:rect l="l" t="t" r="r" b="b"/>
              <a:pathLst>
                <a:path w="964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8"/>
            <p:cNvSpPr/>
            <p:nvPr/>
          </p:nvSpPr>
          <p:spPr>
            <a:xfrm>
              <a:off x="3752075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8"/>
            <p:cNvSpPr/>
            <p:nvPr/>
          </p:nvSpPr>
          <p:spPr>
            <a:xfrm>
              <a:off x="3704825" y="1951725"/>
              <a:ext cx="23375" cy="5775"/>
            </a:xfrm>
            <a:custGeom>
              <a:avLst/>
              <a:gdLst/>
              <a:ahLst/>
              <a:cxnLst/>
              <a:rect l="l" t="t" r="r" b="b"/>
              <a:pathLst>
                <a:path w="935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8"/>
            <p:cNvSpPr/>
            <p:nvPr/>
          </p:nvSpPr>
          <p:spPr>
            <a:xfrm>
              <a:off x="3657725" y="1951725"/>
              <a:ext cx="23925" cy="5775"/>
            </a:xfrm>
            <a:custGeom>
              <a:avLst/>
              <a:gdLst/>
              <a:ahLst/>
              <a:cxnLst/>
              <a:rect l="l" t="t" r="r" b="b"/>
              <a:pathLst>
                <a:path w="957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8"/>
            <p:cNvSpPr/>
            <p:nvPr/>
          </p:nvSpPr>
          <p:spPr>
            <a:xfrm>
              <a:off x="3563200" y="1951725"/>
              <a:ext cx="24775" cy="5775"/>
            </a:xfrm>
            <a:custGeom>
              <a:avLst/>
              <a:gdLst/>
              <a:ahLst/>
              <a:cxnLst/>
              <a:rect l="l" t="t" r="r" b="b"/>
              <a:pathLst>
                <a:path w="991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91" y="230"/>
                  </a:lnTo>
                  <a:lnTo>
                    <a:pt x="9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8"/>
            <p:cNvSpPr/>
            <p:nvPr/>
          </p:nvSpPr>
          <p:spPr>
            <a:xfrm>
              <a:off x="361115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8"/>
            <p:cNvSpPr/>
            <p:nvPr/>
          </p:nvSpPr>
          <p:spPr>
            <a:xfrm>
              <a:off x="4715650" y="2028100"/>
              <a:ext cx="13100" cy="23925"/>
            </a:xfrm>
            <a:custGeom>
              <a:avLst/>
              <a:gdLst/>
              <a:ahLst/>
              <a:cxnLst/>
              <a:rect l="l" t="t" r="r" b="b"/>
              <a:pathLst>
                <a:path w="524" h="957" extrusionOk="0">
                  <a:moveTo>
                    <a:pt x="238" y="1"/>
                  </a:moveTo>
                  <a:lnTo>
                    <a:pt x="1" y="84"/>
                  </a:lnTo>
                  <a:cubicBezTo>
                    <a:pt x="147" y="349"/>
                    <a:pt x="238" y="635"/>
                    <a:pt x="294" y="956"/>
                  </a:cubicBezTo>
                  <a:lnTo>
                    <a:pt x="524" y="901"/>
                  </a:lnTo>
                  <a:cubicBezTo>
                    <a:pt x="468" y="580"/>
                    <a:pt x="350" y="287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8"/>
            <p:cNvSpPr/>
            <p:nvPr/>
          </p:nvSpPr>
          <p:spPr>
            <a:xfrm>
              <a:off x="4419875" y="1951725"/>
              <a:ext cx="24075" cy="5775"/>
            </a:xfrm>
            <a:custGeom>
              <a:avLst/>
              <a:gdLst/>
              <a:ahLst/>
              <a:cxnLst/>
              <a:rect l="l" t="t" r="r" b="b"/>
              <a:pathLst>
                <a:path w="963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8"/>
            <p:cNvSpPr/>
            <p:nvPr/>
          </p:nvSpPr>
          <p:spPr>
            <a:xfrm>
              <a:off x="437347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8"/>
            <p:cNvSpPr/>
            <p:nvPr/>
          </p:nvSpPr>
          <p:spPr>
            <a:xfrm>
              <a:off x="45144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8"/>
            <p:cNvSpPr/>
            <p:nvPr/>
          </p:nvSpPr>
          <p:spPr>
            <a:xfrm>
              <a:off x="4652525" y="1961825"/>
              <a:ext cx="23225" cy="16075"/>
            </a:xfrm>
            <a:custGeom>
              <a:avLst/>
              <a:gdLst/>
              <a:ahLst/>
              <a:cxnLst/>
              <a:rect l="l" t="t" r="r" b="b"/>
              <a:pathLst>
                <a:path w="929" h="643" extrusionOk="0">
                  <a:moveTo>
                    <a:pt x="84" y="1"/>
                  </a:moveTo>
                  <a:lnTo>
                    <a:pt x="0" y="210"/>
                  </a:lnTo>
                  <a:cubicBezTo>
                    <a:pt x="259" y="322"/>
                    <a:pt x="552" y="468"/>
                    <a:pt x="810" y="642"/>
                  </a:cubicBezTo>
                  <a:lnTo>
                    <a:pt x="928" y="468"/>
                  </a:lnTo>
                  <a:cubicBezTo>
                    <a:pt x="670" y="266"/>
                    <a:pt x="377" y="119"/>
                    <a:pt x="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456095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4690200" y="1988000"/>
              <a:ext cx="19725" cy="21825"/>
            </a:xfrm>
            <a:custGeom>
              <a:avLst/>
              <a:gdLst/>
              <a:ahLst/>
              <a:cxnLst/>
              <a:rect l="l" t="t" r="r" b="b"/>
              <a:pathLst>
                <a:path w="789" h="873" extrusionOk="0">
                  <a:moveTo>
                    <a:pt x="175" y="0"/>
                  </a:moveTo>
                  <a:lnTo>
                    <a:pt x="0" y="175"/>
                  </a:lnTo>
                  <a:cubicBezTo>
                    <a:pt x="210" y="412"/>
                    <a:pt x="412" y="642"/>
                    <a:pt x="586" y="872"/>
                  </a:cubicBezTo>
                  <a:lnTo>
                    <a:pt x="789" y="761"/>
                  </a:lnTo>
                  <a:cubicBezTo>
                    <a:pt x="586" y="495"/>
                    <a:pt x="384" y="237"/>
                    <a:pt x="1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4608225" y="1951725"/>
              <a:ext cx="23925" cy="8725"/>
            </a:xfrm>
            <a:custGeom>
              <a:avLst/>
              <a:gdLst/>
              <a:ahLst/>
              <a:cxnLst/>
              <a:rect l="l" t="t" r="r" b="b"/>
              <a:pathLst>
                <a:path w="957" h="349" extrusionOk="0">
                  <a:moveTo>
                    <a:pt x="0" y="0"/>
                  </a:moveTo>
                  <a:lnTo>
                    <a:pt x="0" y="230"/>
                  </a:lnTo>
                  <a:cubicBezTo>
                    <a:pt x="286" y="230"/>
                    <a:pt x="607" y="265"/>
                    <a:pt x="900" y="349"/>
                  </a:cubicBezTo>
                  <a:lnTo>
                    <a:pt x="956" y="119"/>
                  </a:lnTo>
                  <a:cubicBezTo>
                    <a:pt x="635" y="28"/>
                    <a:pt x="314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4467125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8"/>
            <p:cNvSpPr/>
            <p:nvPr/>
          </p:nvSpPr>
          <p:spPr>
            <a:xfrm>
              <a:off x="4091475" y="1951725"/>
              <a:ext cx="24075" cy="5775"/>
            </a:xfrm>
            <a:custGeom>
              <a:avLst/>
              <a:gdLst/>
              <a:ahLst/>
              <a:cxnLst/>
              <a:rect l="l" t="t" r="r" b="b"/>
              <a:pathLst>
                <a:path w="963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8"/>
            <p:cNvSpPr/>
            <p:nvPr/>
          </p:nvSpPr>
          <p:spPr>
            <a:xfrm>
              <a:off x="4044900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8"/>
            <p:cNvSpPr/>
            <p:nvPr/>
          </p:nvSpPr>
          <p:spPr>
            <a:xfrm>
              <a:off x="4326225" y="1951725"/>
              <a:ext cx="23900" cy="5775"/>
            </a:xfrm>
            <a:custGeom>
              <a:avLst/>
              <a:gdLst/>
              <a:ahLst/>
              <a:cxnLst/>
              <a:rect l="l" t="t" r="r" b="b"/>
              <a:pathLst>
                <a:path w="956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8"/>
            <p:cNvSpPr/>
            <p:nvPr/>
          </p:nvSpPr>
          <p:spPr>
            <a:xfrm>
              <a:off x="3965725" y="1951725"/>
              <a:ext cx="8750" cy="5775"/>
            </a:xfrm>
            <a:custGeom>
              <a:avLst/>
              <a:gdLst/>
              <a:ahLst/>
              <a:cxnLst/>
              <a:rect l="l" t="t" r="r" b="b"/>
              <a:pathLst>
                <a:path w="350" h="231" extrusionOk="0">
                  <a:moveTo>
                    <a:pt x="0" y="0"/>
                  </a:moveTo>
                  <a:lnTo>
                    <a:pt x="0" y="230"/>
                  </a:lnTo>
                  <a:lnTo>
                    <a:pt x="349" y="23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8"/>
            <p:cNvSpPr/>
            <p:nvPr/>
          </p:nvSpPr>
          <p:spPr>
            <a:xfrm>
              <a:off x="39978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8"/>
            <p:cNvSpPr/>
            <p:nvPr/>
          </p:nvSpPr>
          <p:spPr>
            <a:xfrm>
              <a:off x="4279650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8"/>
            <p:cNvSpPr/>
            <p:nvPr/>
          </p:nvSpPr>
          <p:spPr>
            <a:xfrm>
              <a:off x="4232375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8"/>
            <p:cNvSpPr/>
            <p:nvPr/>
          </p:nvSpPr>
          <p:spPr>
            <a:xfrm>
              <a:off x="413872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41860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8"/>
            <p:cNvSpPr/>
            <p:nvPr/>
          </p:nvSpPr>
          <p:spPr>
            <a:xfrm>
              <a:off x="431242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8"/>
            <p:cNvSpPr/>
            <p:nvPr/>
          </p:nvSpPr>
          <p:spPr>
            <a:xfrm>
              <a:off x="454717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8"/>
            <p:cNvSpPr/>
            <p:nvPr/>
          </p:nvSpPr>
          <p:spPr>
            <a:xfrm>
              <a:off x="450062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8"/>
            <p:cNvSpPr/>
            <p:nvPr/>
          </p:nvSpPr>
          <p:spPr>
            <a:xfrm>
              <a:off x="4453350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8"/>
            <p:cNvSpPr/>
            <p:nvPr/>
          </p:nvSpPr>
          <p:spPr>
            <a:xfrm>
              <a:off x="4124950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8"/>
            <p:cNvSpPr/>
            <p:nvPr/>
          </p:nvSpPr>
          <p:spPr>
            <a:xfrm>
              <a:off x="3998500" y="2296850"/>
              <a:ext cx="8750" cy="24100"/>
            </a:xfrm>
            <a:custGeom>
              <a:avLst/>
              <a:gdLst/>
              <a:ahLst/>
              <a:cxnLst/>
              <a:rect l="l" t="t" r="r" b="b"/>
              <a:pathLst>
                <a:path w="350" h="964" extrusionOk="0">
                  <a:moveTo>
                    <a:pt x="147" y="1"/>
                  </a:moveTo>
                  <a:cubicBezTo>
                    <a:pt x="57" y="322"/>
                    <a:pt x="1" y="643"/>
                    <a:pt x="1" y="964"/>
                  </a:cubicBezTo>
                  <a:lnTo>
                    <a:pt x="231" y="964"/>
                  </a:lnTo>
                  <a:cubicBezTo>
                    <a:pt x="231" y="671"/>
                    <a:pt x="287" y="350"/>
                    <a:pt x="350" y="64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8"/>
            <p:cNvSpPr/>
            <p:nvPr/>
          </p:nvSpPr>
          <p:spPr>
            <a:xfrm>
              <a:off x="4406100" y="2200925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8"/>
            <p:cNvSpPr/>
            <p:nvPr/>
          </p:nvSpPr>
          <p:spPr>
            <a:xfrm>
              <a:off x="4077700" y="2203200"/>
              <a:ext cx="24775" cy="12400"/>
            </a:xfrm>
            <a:custGeom>
              <a:avLst/>
              <a:gdLst/>
              <a:ahLst/>
              <a:cxnLst/>
              <a:rect l="l" t="t" r="r" b="b"/>
              <a:pathLst>
                <a:path w="991" h="496" extrusionOk="0">
                  <a:moveTo>
                    <a:pt x="928" y="1"/>
                  </a:moveTo>
                  <a:cubicBezTo>
                    <a:pt x="607" y="56"/>
                    <a:pt x="321" y="147"/>
                    <a:pt x="0" y="259"/>
                  </a:cubicBezTo>
                  <a:lnTo>
                    <a:pt x="84" y="496"/>
                  </a:lnTo>
                  <a:cubicBezTo>
                    <a:pt x="377" y="377"/>
                    <a:pt x="670" y="287"/>
                    <a:pt x="991" y="231"/>
                  </a:cubicBez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4010025" y="2253950"/>
              <a:ext cx="16750" cy="23400"/>
            </a:xfrm>
            <a:custGeom>
              <a:avLst/>
              <a:gdLst/>
              <a:ahLst/>
              <a:cxnLst/>
              <a:rect l="l" t="t" r="r" b="b"/>
              <a:pathLst>
                <a:path w="670" h="936" extrusionOk="0">
                  <a:moveTo>
                    <a:pt x="468" y="1"/>
                  </a:moveTo>
                  <a:cubicBezTo>
                    <a:pt x="293" y="266"/>
                    <a:pt x="119" y="524"/>
                    <a:pt x="0" y="817"/>
                  </a:cubicBezTo>
                  <a:lnTo>
                    <a:pt x="210" y="936"/>
                  </a:lnTo>
                  <a:cubicBezTo>
                    <a:pt x="321" y="643"/>
                    <a:pt x="496" y="384"/>
                    <a:pt x="670" y="119"/>
                  </a:cubicBez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4037750" y="2221350"/>
              <a:ext cx="21825" cy="18850"/>
            </a:xfrm>
            <a:custGeom>
              <a:avLst/>
              <a:gdLst/>
              <a:ahLst/>
              <a:cxnLst/>
              <a:rect l="l" t="t" r="r" b="b"/>
              <a:pathLst>
                <a:path w="873" h="754" extrusionOk="0">
                  <a:moveTo>
                    <a:pt x="754" y="0"/>
                  </a:moveTo>
                  <a:cubicBezTo>
                    <a:pt x="496" y="147"/>
                    <a:pt x="231" y="349"/>
                    <a:pt x="0" y="579"/>
                  </a:cubicBezTo>
                  <a:lnTo>
                    <a:pt x="175" y="754"/>
                  </a:lnTo>
                  <a:cubicBezTo>
                    <a:pt x="377" y="551"/>
                    <a:pt x="635" y="349"/>
                    <a:pt x="873" y="175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4725075" y="2074500"/>
              <a:ext cx="7350" cy="24075"/>
            </a:xfrm>
            <a:custGeom>
              <a:avLst/>
              <a:gdLst/>
              <a:ahLst/>
              <a:cxnLst/>
              <a:rect l="l" t="t" r="r" b="b"/>
              <a:pathLst>
                <a:path w="294" h="963" extrusionOk="0">
                  <a:moveTo>
                    <a:pt x="35" y="0"/>
                  </a:moveTo>
                  <a:cubicBezTo>
                    <a:pt x="63" y="63"/>
                    <a:pt x="63" y="119"/>
                    <a:pt x="63" y="175"/>
                  </a:cubicBezTo>
                  <a:cubicBezTo>
                    <a:pt x="63" y="440"/>
                    <a:pt x="35" y="670"/>
                    <a:pt x="0" y="900"/>
                  </a:cubicBezTo>
                  <a:lnTo>
                    <a:pt x="238" y="963"/>
                  </a:lnTo>
                  <a:cubicBezTo>
                    <a:pt x="266" y="698"/>
                    <a:pt x="293" y="440"/>
                    <a:pt x="293" y="175"/>
                  </a:cubicBezTo>
                  <a:lnTo>
                    <a:pt x="2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4594275" y="2200250"/>
              <a:ext cx="23400" cy="6650"/>
            </a:xfrm>
            <a:custGeom>
              <a:avLst/>
              <a:gdLst/>
              <a:ahLst/>
              <a:cxnLst/>
              <a:rect l="l" t="t" r="r" b="b"/>
              <a:pathLst>
                <a:path w="936" h="266" extrusionOk="0">
                  <a:moveTo>
                    <a:pt x="935" y="0"/>
                  </a:moveTo>
                  <a:cubicBezTo>
                    <a:pt x="761" y="28"/>
                    <a:pt x="586" y="28"/>
                    <a:pt x="412" y="28"/>
                  </a:cubicBezTo>
                  <a:lnTo>
                    <a:pt x="0" y="28"/>
                  </a:lnTo>
                  <a:lnTo>
                    <a:pt x="0" y="265"/>
                  </a:lnTo>
                  <a:lnTo>
                    <a:pt x="412" y="265"/>
                  </a:lnTo>
                  <a:cubicBezTo>
                    <a:pt x="586" y="265"/>
                    <a:pt x="761" y="265"/>
                    <a:pt x="935" y="230"/>
                  </a:cubicBez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4639450" y="2187150"/>
              <a:ext cx="23900" cy="14500"/>
            </a:xfrm>
            <a:custGeom>
              <a:avLst/>
              <a:gdLst/>
              <a:ahLst/>
              <a:cxnLst/>
              <a:rect l="l" t="t" r="r" b="b"/>
              <a:pathLst>
                <a:path w="956" h="580" extrusionOk="0">
                  <a:moveTo>
                    <a:pt x="872" y="1"/>
                  </a:moveTo>
                  <a:cubicBezTo>
                    <a:pt x="579" y="147"/>
                    <a:pt x="286" y="266"/>
                    <a:pt x="0" y="350"/>
                  </a:cubicBezTo>
                  <a:lnTo>
                    <a:pt x="84" y="580"/>
                  </a:lnTo>
                  <a:cubicBezTo>
                    <a:pt x="377" y="468"/>
                    <a:pt x="698" y="350"/>
                    <a:pt x="956" y="203"/>
                  </a:cubicBezTo>
                  <a:lnTo>
                    <a:pt x="8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4680075" y="2158900"/>
              <a:ext cx="21125" cy="20250"/>
            </a:xfrm>
            <a:custGeom>
              <a:avLst/>
              <a:gdLst/>
              <a:ahLst/>
              <a:cxnLst/>
              <a:rect l="l" t="t" r="r" b="b"/>
              <a:pathLst>
                <a:path w="845" h="810" extrusionOk="0">
                  <a:moveTo>
                    <a:pt x="670" y="1"/>
                  </a:moveTo>
                  <a:cubicBezTo>
                    <a:pt x="468" y="231"/>
                    <a:pt x="231" y="433"/>
                    <a:pt x="1" y="636"/>
                  </a:cubicBezTo>
                  <a:lnTo>
                    <a:pt x="147" y="810"/>
                  </a:lnTo>
                  <a:cubicBezTo>
                    <a:pt x="405" y="608"/>
                    <a:pt x="642" y="405"/>
                    <a:pt x="845" y="140"/>
                  </a:cubicBezTo>
                  <a:lnTo>
                    <a:pt x="6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4709900" y="2119675"/>
              <a:ext cx="15200" cy="23200"/>
            </a:xfrm>
            <a:custGeom>
              <a:avLst/>
              <a:gdLst/>
              <a:ahLst/>
              <a:cxnLst/>
              <a:rect l="l" t="t" r="r" b="b"/>
              <a:pathLst>
                <a:path w="608" h="928" extrusionOk="0">
                  <a:moveTo>
                    <a:pt x="377" y="0"/>
                  </a:moveTo>
                  <a:cubicBezTo>
                    <a:pt x="294" y="286"/>
                    <a:pt x="147" y="551"/>
                    <a:pt x="1" y="809"/>
                  </a:cubicBezTo>
                  <a:lnTo>
                    <a:pt x="203" y="928"/>
                  </a:lnTo>
                  <a:cubicBezTo>
                    <a:pt x="377" y="663"/>
                    <a:pt x="496" y="377"/>
                    <a:pt x="607" y="84"/>
                  </a:cubicBezTo>
                  <a:lnTo>
                    <a:pt x="3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4171350" y="2200925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426587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4359700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8"/>
            <p:cNvSpPr/>
            <p:nvPr/>
          </p:nvSpPr>
          <p:spPr>
            <a:xfrm>
              <a:off x="4218600" y="2200925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8"/>
            <p:cNvSpPr/>
            <p:nvPr/>
          </p:nvSpPr>
          <p:spPr>
            <a:xfrm>
              <a:off x="50172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49701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5111025" y="2450150"/>
              <a:ext cx="24800" cy="5975"/>
            </a:xfrm>
            <a:custGeom>
              <a:avLst/>
              <a:gdLst/>
              <a:ahLst/>
              <a:cxnLst/>
              <a:rect l="l" t="t" r="r" b="b"/>
              <a:pathLst>
                <a:path w="992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8"/>
            <p:cNvSpPr/>
            <p:nvPr/>
          </p:nvSpPr>
          <p:spPr>
            <a:xfrm>
              <a:off x="50637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8"/>
            <p:cNvSpPr/>
            <p:nvPr/>
          </p:nvSpPr>
          <p:spPr>
            <a:xfrm>
              <a:off x="46881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8"/>
            <p:cNvSpPr/>
            <p:nvPr/>
          </p:nvSpPr>
          <p:spPr>
            <a:xfrm>
              <a:off x="464152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492285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4594275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48762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4829025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8"/>
            <p:cNvSpPr/>
            <p:nvPr/>
          </p:nvSpPr>
          <p:spPr>
            <a:xfrm>
              <a:off x="47353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8"/>
            <p:cNvSpPr/>
            <p:nvPr/>
          </p:nvSpPr>
          <p:spPr>
            <a:xfrm>
              <a:off x="47826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539375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5346475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54874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8"/>
            <p:cNvSpPr/>
            <p:nvPr/>
          </p:nvSpPr>
          <p:spPr>
            <a:xfrm>
              <a:off x="5440125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52999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52526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8"/>
            <p:cNvSpPr/>
            <p:nvPr/>
          </p:nvSpPr>
          <p:spPr>
            <a:xfrm>
              <a:off x="52062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8"/>
            <p:cNvSpPr/>
            <p:nvPr/>
          </p:nvSpPr>
          <p:spPr>
            <a:xfrm>
              <a:off x="515900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8"/>
            <p:cNvSpPr/>
            <p:nvPr/>
          </p:nvSpPr>
          <p:spPr>
            <a:xfrm>
              <a:off x="43131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45478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45006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445335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412635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8"/>
            <p:cNvSpPr/>
            <p:nvPr/>
          </p:nvSpPr>
          <p:spPr>
            <a:xfrm>
              <a:off x="3998500" y="2336100"/>
              <a:ext cx="9450" cy="24100"/>
            </a:xfrm>
            <a:custGeom>
              <a:avLst/>
              <a:gdLst/>
              <a:ahLst/>
              <a:cxnLst/>
              <a:rect l="l" t="t" r="r" b="b"/>
              <a:pathLst>
                <a:path w="378" h="964" extrusionOk="0">
                  <a:moveTo>
                    <a:pt x="1" y="0"/>
                  </a:moveTo>
                  <a:cubicBezTo>
                    <a:pt x="29" y="321"/>
                    <a:pt x="57" y="642"/>
                    <a:pt x="147" y="963"/>
                  </a:cubicBezTo>
                  <a:lnTo>
                    <a:pt x="378" y="900"/>
                  </a:lnTo>
                  <a:cubicBezTo>
                    <a:pt x="287" y="614"/>
                    <a:pt x="259" y="293"/>
                    <a:pt x="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8"/>
            <p:cNvSpPr/>
            <p:nvPr/>
          </p:nvSpPr>
          <p:spPr>
            <a:xfrm>
              <a:off x="4406800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8"/>
            <p:cNvSpPr/>
            <p:nvPr/>
          </p:nvSpPr>
          <p:spPr>
            <a:xfrm>
              <a:off x="4079775" y="2441450"/>
              <a:ext cx="24100" cy="12400"/>
            </a:xfrm>
            <a:custGeom>
              <a:avLst/>
              <a:gdLst/>
              <a:ahLst/>
              <a:cxnLst/>
              <a:rect l="l" t="t" r="r" b="b"/>
              <a:pathLst>
                <a:path w="964" h="496" extrusionOk="0">
                  <a:moveTo>
                    <a:pt x="91" y="0"/>
                  </a:moveTo>
                  <a:lnTo>
                    <a:pt x="1" y="237"/>
                  </a:lnTo>
                  <a:cubicBezTo>
                    <a:pt x="294" y="349"/>
                    <a:pt x="615" y="440"/>
                    <a:pt x="908" y="495"/>
                  </a:cubicBezTo>
                  <a:lnTo>
                    <a:pt x="963" y="265"/>
                  </a:lnTo>
                  <a:cubicBezTo>
                    <a:pt x="670" y="209"/>
                    <a:pt x="384" y="119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8"/>
            <p:cNvSpPr/>
            <p:nvPr/>
          </p:nvSpPr>
          <p:spPr>
            <a:xfrm>
              <a:off x="4010025" y="2380400"/>
              <a:ext cx="16750" cy="22700"/>
            </a:xfrm>
            <a:custGeom>
              <a:avLst/>
              <a:gdLst/>
              <a:ahLst/>
              <a:cxnLst/>
              <a:rect l="l" t="t" r="r" b="b"/>
              <a:pathLst>
                <a:path w="670" h="908" extrusionOk="0">
                  <a:moveTo>
                    <a:pt x="210" y="0"/>
                  </a:moveTo>
                  <a:lnTo>
                    <a:pt x="0" y="91"/>
                  </a:lnTo>
                  <a:cubicBezTo>
                    <a:pt x="147" y="384"/>
                    <a:pt x="293" y="642"/>
                    <a:pt x="496" y="907"/>
                  </a:cubicBezTo>
                  <a:lnTo>
                    <a:pt x="670" y="789"/>
                  </a:lnTo>
                  <a:cubicBezTo>
                    <a:pt x="496" y="524"/>
                    <a:pt x="349" y="266"/>
                    <a:pt x="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8"/>
            <p:cNvSpPr/>
            <p:nvPr/>
          </p:nvSpPr>
          <p:spPr>
            <a:xfrm>
              <a:off x="4039850" y="2416850"/>
              <a:ext cx="21825" cy="19550"/>
            </a:xfrm>
            <a:custGeom>
              <a:avLst/>
              <a:gdLst/>
              <a:ahLst/>
              <a:cxnLst/>
              <a:rect l="l" t="t" r="r" b="b"/>
              <a:pathLst>
                <a:path w="873" h="782" extrusionOk="0">
                  <a:moveTo>
                    <a:pt x="147" y="0"/>
                  </a:moveTo>
                  <a:lnTo>
                    <a:pt x="0" y="175"/>
                  </a:lnTo>
                  <a:cubicBezTo>
                    <a:pt x="237" y="405"/>
                    <a:pt x="468" y="607"/>
                    <a:pt x="761" y="782"/>
                  </a:cubicBezTo>
                  <a:lnTo>
                    <a:pt x="872" y="579"/>
                  </a:lnTo>
                  <a:cubicBezTo>
                    <a:pt x="614" y="405"/>
                    <a:pt x="377" y="231"/>
                    <a:pt x="1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8"/>
            <p:cNvSpPr/>
            <p:nvPr/>
          </p:nvSpPr>
          <p:spPr>
            <a:xfrm>
              <a:off x="417135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8"/>
            <p:cNvSpPr/>
            <p:nvPr/>
          </p:nvSpPr>
          <p:spPr>
            <a:xfrm>
              <a:off x="42658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8"/>
            <p:cNvSpPr/>
            <p:nvPr/>
          </p:nvSpPr>
          <p:spPr>
            <a:xfrm>
              <a:off x="43597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42186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638120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4" y="238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8"/>
            <p:cNvSpPr/>
            <p:nvPr/>
          </p:nvSpPr>
          <p:spPr>
            <a:xfrm>
              <a:off x="63348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8"/>
            <p:cNvSpPr/>
            <p:nvPr/>
          </p:nvSpPr>
          <p:spPr>
            <a:xfrm>
              <a:off x="6475050" y="2450150"/>
              <a:ext cx="24600" cy="5975"/>
            </a:xfrm>
            <a:custGeom>
              <a:avLst/>
              <a:gdLst/>
              <a:ahLst/>
              <a:cxnLst/>
              <a:rect l="l" t="t" r="r" b="b"/>
              <a:pathLst>
                <a:path w="98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84" y="238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8"/>
            <p:cNvSpPr/>
            <p:nvPr/>
          </p:nvSpPr>
          <p:spPr>
            <a:xfrm>
              <a:off x="64284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8"/>
            <p:cNvSpPr/>
            <p:nvPr/>
          </p:nvSpPr>
          <p:spPr>
            <a:xfrm>
              <a:off x="60528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8"/>
            <p:cNvSpPr/>
            <p:nvPr/>
          </p:nvSpPr>
          <p:spPr>
            <a:xfrm>
              <a:off x="60062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8"/>
            <p:cNvSpPr/>
            <p:nvPr/>
          </p:nvSpPr>
          <p:spPr>
            <a:xfrm>
              <a:off x="62875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8"/>
            <p:cNvSpPr/>
            <p:nvPr/>
          </p:nvSpPr>
          <p:spPr>
            <a:xfrm>
              <a:off x="595897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8"/>
            <p:cNvSpPr/>
            <p:nvPr/>
          </p:nvSpPr>
          <p:spPr>
            <a:xfrm>
              <a:off x="6240300" y="2450150"/>
              <a:ext cx="23900" cy="5975"/>
            </a:xfrm>
            <a:custGeom>
              <a:avLst/>
              <a:gdLst/>
              <a:ahLst/>
              <a:cxnLst/>
              <a:rect l="l" t="t" r="r" b="b"/>
              <a:pathLst>
                <a:path w="95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8"/>
            <p:cNvSpPr/>
            <p:nvPr/>
          </p:nvSpPr>
          <p:spPr>
            <a:xfrm>
              <a:off x="619372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8"/>
            <p:cNvSpPr/>
            <p:nvPr/>
          </p:nvSpPr>
          <p:spPr>
            <a:xfrm>
              <a:off x="61000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8"/>
            <p:cNvSpPr/>
            <p:nvPr/>
          </p:nvSpPr>
          <p:spPr>
            <a:xfrm>
              <a:off x="6146475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8"/>
            <p:cNvSpPr/>
            <p:nvPr/>
          </p:nvSpPr>
          <p:spPr>
            <a:xfrm>
              <a:off x="67584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8"/>
            <p:cNvSpPr/>
            <p:nvPr/>
          </p:nvSpPr>
          <p:spPr>
            <a:xfrm>
              <a:off x="67111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8"/>
            <p:cNvSpPr/>
            <p:nvPr/>
          </p:nvSpPr>
          <p:spPr>
            <a:xfrm>
              <a:off x="68521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8"/>
            <p:cNvSpPr/>
            <p:nvPr/>
          </p:nvSpPr>
          <p:spPr>
            <a:xfrm>
              <a:off x="6804850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8"/>
            <p:cNvSpPr/>
            <p:nvPr/>
          </p:nvSpPr>
          <p:spPr>
            <a:xfrm>
              <a:off x="6663925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8"/>
            <p:cNvSpPr/>
            <p:nvPr/>
          </p:nvSpPr>
          <p:spPr>
            <a:xfrm>
              <a:off x="66173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8"/>
            <p:cNvSpPr/>
            <p:nvPr/>
          </p:nvSpPr>
          <p:spPr>
            <a:xfrm>
              <a:off x="65702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8"/>
            <p:cNvSpPr/>
            <p:nvPr/>
          </p:nvSpPr>
          <p:spPr>
            <a:xfrm>
              <a:off x="65237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8"/>
            <p:cNvSpPr/>
            <p:nvPr/>
          </p:nvSpPr>
          <p:spPr>
            <a:xfrm>
              <a:off x="567715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8"/>
            <p:cNvSpPr/>
            <p:nvPr/>
          </p:nvSpPr>
          <p:spPr>
            <a:xfrm>
              <a:off x="5911900" y="2450150"/>
              <a:ext cx="23900" cy="5975"/>
            </a:xfrm>
            <a:custGeom>
              <a:avLst/>
              <a:gdLst/>
              <a:ahLst/>
              <a:cxnLst/>
              <a:rect l="l" t="t" r="r" b="b"/>
              <a:pathLst>
                <a:path w="95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8"/>
            <p:cNvSpPr/>
            <p:nvPr/>
          </p:nvSpPr>
          <p:spPr>
            <a:xfrm>
              <a:off x="58653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8"/>
            <p:cNvSpPr/>
            <p:nvPr/>
          </p:nvSpPr>
          <p:spPr>
            <a:xfrm>
              <a:off x="58180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8"/>
            <p:cNvSpPr/>
            <p:nvPr/>
          </p:nvSpPr>
          <p:spPr>
            <a:xfrm>
              <a:off x="57715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8"/>
            <p:cNvSpPr/>
            <p:nvPr/>
          </p:nvSpPr>
          <p:spPr>
            <a:xfrm>
              <a:off x="55360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8"/>
            <p:cNvSpPr/>
            <p:nvPr/>
          </p:nvSpPr>
          <p:spPr>
            <a:xfrm>
              <a:off x="5629875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8"/>
            <p:cNvSpPr/>
            <p:nvPr/>
          </p:nvSpPr>
          <p:spPr>
            <a:xfrm>
              <a:off x="57244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8"/>
            <p:cNvSpPr/>
            <p:nvPr/>
          </p:nvSpPr>
          <p:spPr>
            <a:xfrm>
              <a:off x="5583325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8"/>
            <p:cNvSpPr/>
            <p:nvPr/>
          </p:nvSpPr>
          <p:spPr>
            <a:xfrm>
              <a:off x="69939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8"/>
            <p:cNvSpPr/>
            <p:nvPr/>
          </p:nvSpPr>
          <p:spPr>
            <a:xfrm>
              <a:off x="69473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8"/>
            <p:cNvSpPr/>
            <p:nvPr/>
          </p:nvSpPr>
          <p:spPr>
            <a:xfrm>
              <a:off x="7087550" y="2450150"/>
              <a:ext cx="24775" cy="5975"/>
            </a:xfrm>
            <a:custGeom>
              <a:avLst/>
              <a:gdLst/>
              <a:ahLst/>
              <a:cxnLst/>
              <a:rect l="l" t="t" r="r" b="b"/>
              <a:pathLst>
                <a:path w="991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8"/>
            <p:cNvSpPr/>
            <p:nvPr/>
          </p:nvSpPr>
          <p:spPr>
            <a:xfrm>
              <a:off x="70411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8"/>
            <p:cNvSpPr/>
            <p:nvPr/>
          </p:nvSpPr>
          <p:spPr>
            <a:xfrm>
              <a:off x="6900075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8"/>
            <p:cNvSpPr/>
            <p:nvPr/>
          </p:nvSpPr>
          <p:spPr>
            <a:xfrm>
              <a:off x="737025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8"/>
            <p:cNvSpPr/>
            <p:nvPr/>
          </p:nvSpPr>
          <p:spPr>
            <a:xfrm>
              <a:off x="7323700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8"/>
            <p:cNvSpPr/>
            <p:nvPr/>
          </p:nvSpPr>
          <p:spPr>
            <a:xfrm>
              <a:off x="74647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8"/>
            <p:cNvSpPr/>
            <p:nvPr/>
          </p:nvSpPr>
          <p:spPr>
            <a:xfrm>
              <a:off x="74175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8"/>
            <p:cNvSpPr/>
            <p:nvPr/>
          </p:nvSpPr>
          <p:spPr>
            <a:xfrm>
              <a:off x="72766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8"/>
            <p:cNvSpPr/>
            <p:nvPr/>
          </p:nvSpPr>
          <p:spPr>
            <a:xfrm>
              <a:off x="72300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8"/>
            <p:cNvSpPr/>
            <p:nvPr/>
          </p:nvSpPr>
          <p:spPr>
            <a:xfrm>
              <a:off x="71827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8"/>
            <p:cNvSpPr/>
            <p:nvPr/>
          </p:nvSpPr>
          <p:spPr>
            <a:xfrm>
              <a:off x="71362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8"/>
            <p:cNvSpPr/>
            <p:nvPr/>
          </p:nvSpPr>
          <p:spPr>
            <a:xfrm>
              <a:off x="83586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8"/>
            <p:cNvSpPr/>
            <p:nvPr/>
          </p:nvSpPr>
          <p:spPr>
            <a:xfrm>
              <a:off x="8311350" y="2450150"/>
              <a:ext cx="23900" cy="5975"/>
            </a:xfrm>
            <a:custGeom>
              <a:avLst/>
              <a:gdLst/>
              <a:ahLst/>
              <a:cxnLst/>
              <a:rect l="l" t="t" r="r" b="b"/>
              <a:pathLst>
                <a:path w="95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8"/>
            <p:cNvSpPr/>
            <p:nvPr/>
          </p:nvSpPr>
          <p:spPr>
            <a:xfrm>
              <a:off x="8452250" y="2450150"/>
              <a:ext cx="24800" cy="5975"/>
            </a:xfrm>
            <a:custGeom>
              <a:avLst/>
              <a:gdLst/>
              <a:ahLst/>
              <a:cxnLst/>
              <a:rect l="l" t="t" r="r" b="b"/>
              <a:pathLst>
                <a:path w="992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8"/>
            <p:cNvSpPr/>
            <p:nvPr/>
          </p:nvSpPr>
          <p:spPr>
            <a:xfrm>
              <a:off x="840500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8"/>
            <p:cNvSpPr/>
            <p:nvPr/>
          </p:nvSpPr>
          <p:spPr>
            <a:xfrm>
              <a:off x="803002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8"/>
            <p:cNvSpPr/>
            <p:nvPr/>
          </p:nvSpPr>
          <p:spPr>
            <a:xfrm>
              <a:off x="7982925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8"/>
            <p:cNvSpPr/>
            <p:nvPr/>
          </p:nvSpPr>
          <p:spPr>
            <a:xfrm>
              <a:off x="826477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8"/>
            <p:cNvSpPr/>
            <p:nvPr/>
          </p:nvSpPr>
          <p:spPr>
            <a:xfrm>
              <a:off x="79363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8"/>
            <p:cNvSpPr/>
            <p:nvPr/>
          </p:nvSpPr>
          <p:spPr>
            <a:xfrm>
              <a:off x="82175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8"/>
            <p:cNvSpPr/>
            <p:nvPr/>
          </p:nvSpPr>
          <p:spPr>
            <a:xfrm>
              <a:off x="81711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8"/>
            <p:cNvSpPr/>
            <p:nvPr/>
          </p:nvSpPr>
          <p:spPr>
            <a:xfrm>
              <a:off x="807660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8"/>
            <p:cNvSpPr/>
            <p:nvPr/>
          </p:nvSpPr>
          <p:spPr>
            <a:xfrm>
              <a:off x="81238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8"/>
            <p:cNvSpPr/>
            <p:nvPr/>
          </p:nvSpPr>
          <p:spPr>
            <a:xfrm>
              <a:off x="76543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8"/>
            <p:cNvSpPr/>
            <p:nvPr/>
          </p:nvSpPr>
          <p:spPr>
            <a:xfrm>
              <a:off x="78891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8"/>
            <p:cNvSpPr/>
            <p:nvPr/>
          </p:nvSpPr>
          <p:spPr>
            <a:xfrm>
              <a:off x="784185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8"/>
            <p:cNvSpPr/>
            <p:nvPr/>
          </p:nvSpPr>
          <p:spPr>
            <a:xfrm>
              <a:off x="77954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8"/>
            <p:cNvSpPr/>
            <p:nvPr/>
          </p:nvSpPr>
          <p:spPr>
            <a:xfrm>
              <a:off x="774820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8"/>
            <p:cNvSpPr/>
            <p:nvPr/>
          </p:nvSpPr>
          <p:spPr>
            <a:xfrm>
              <a:off x="751345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8"/>
            <p:cNvSpPr/>
            <p:nvPr/>
          </p:nvSpPr>
          <p:spPr>
            <a:xfrm>
              <a:off x="76071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8"/>
            <p:cNvSpPr/>
            <p:nvPr/>
          </p:nvSpPr>
          <p:spPr>
            <a:xfrm>
              <a:off x="77016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8"/>
            <p:cNvSpPr/>
            <p:nvPr/>
          </p:nvSpPr>
          <p:spPr>
            <a:xfrm>
              <a:off x="75600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0" name="Google Shape;1200;p18"/>
          <p:cNvGrpSpPr/>
          <p:nvPr/>
        </p:nvGrpSpPr>
        <p:grpSpPr>
          <a:xfrm flipH="1">
            <a:off x="7595343" y="4513137"/>
            <a:ext cx="514249" cy="630515"/>
            <a:chOff x="1551613" y="4513162"/>
            <a:chExt cx="514249" cy="630515"/>
          </a:xfrm>
        </p:grpSpPr>
        <p:grpSp>
          <p:nvGrpSpPr>
            <p:cNvPr id="1201" name="Google Shape;1201;p18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1202" name="Google Shape;1202;p18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18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18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5" name="Google Shape;1205;p18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1206" name="Google Shape;1206;p18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18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18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09" name="Google Shape;1209;p18"/>
          <p:cNvGrpSpPr/>
          <p:nvPr/>
        </p:nvGrpSpPr>
        <p:grpSpPr>
          <a:xfrm>
            <a:off x="525889" y="4302920"/>
            <a:ext cx="374657" cy="463150"/>
            <a:chOff x="8243489" y="4050570"/>
            <a:chExt cx="374657" cy="463150"/>
          </a:xfrm>
        </p:grpSpPr>
        <p:sp>
          <p:nvSpPr>
            <p:cNvPr id="1210" name="Google Shape;1210;p18"/>
            <p:cNvSpPr/>
            <p:nvPr/>
          </p:nvSpPr>
          <p:spPr>
            <a:xfrm>
              <a:off x="8243489" y="4051225"/>
              <a:ext cx="374657" cy="461828"/>
            </a:xfrm>
            <a:custGeom>
              <a:avLst/>
              <a:gdLst/>
              <a:ahLst/>
              <a:cxnLst/>
              <a:rect l="l" t="t" r="r" b="b"/>
              <a:pathLst>
                <a:path w="107815" h="132900" extrusionOk="0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8"/>
            <p:cNvSpPr/>
            <p:nvPr/>
          </p:nvSpPr>
          <p:spPr>
            <a:xfrm>
              <a:off x="8244307" y="4050570"/>
              <a:ext cx="257600" cy="463150"/>
            </a:xfrm>
            <a:custGeom>
              <a:avLst/>
              <a:gdLst/>
              <a:ahLst/>
              <a:cxnLst/>
              <a:rect l="l" t="t" r="r" b="b"/>
              <a:pathLst>
                <a:path w="10304" h="18526" extrusionOk="0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12" name="Google Shape;1212;p18"/>
          <p:cNvGrpSpPr/>
          <p:nvPr/>
        </p:nvGrpSpPr>
        <p:grpSpPr>
          <a:xfrm rot="5400000" flipH="1">
            <a:off x="-3012219" y="-1504721"/>
            <a:ext cx="6382937" cy="1623549"/>
            <a:chOff x="713181" y="3935229"/>
            <a:chExt cx="6382937" cy="1623549"/>
          </a:xfrm>
        </p:grpSpPr>
        <p:sp>
          <p:nvSpPr>
            <p:cNvPr id="1213" name="Google Shape;1213;p18"/>
            <p:cNvSpPr/>
            <p:nvPr/>
          </p:nvSpPr>
          <p:spPr>
            <a:xfrm rot="5400000" flipH="1">
              <a:off x="3092875" y="1555535"/>
              <a:ext cx="1623549" cy="6382937"/>
            </a:xfrm>
            <a:custGeom>
              <a:avLst/>
              <a:gdLst/>
              <a:ahLst/>
              <a:cxnLst/>
              <a:rect l="l" t="t" r="r" b="b"/>
              <a:pathLst>
                <a:path w="12220" h="44059" extrusionOk="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4" name="Google Shape;1214;p18"/>
            <p:cNvGrpSpPr/>
            <p:nvPr/>
          </p:nvGrpSpPr>
          <p:grpSpPr>
            <a:xfrm rot="5400000" flipH="1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1215" name="Google Shape;1215;p18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18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18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3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18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18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18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18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18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18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18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18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18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65" extrusionOk="0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18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18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6" extrusionOk="0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18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18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18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18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6" extrusionOk="0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18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18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18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64" h="449" extrusionOk="0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18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18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18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18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18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1" extrusionOk="0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18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18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18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18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18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18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18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18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18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18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5" extrusionOk="0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18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77" extrusionOk="0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18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18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52" extrusionOk="0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18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15" extrusionOk="0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18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23" extrusionOk="0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18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35" extrusionOk="0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18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18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2" extrusionOk="0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18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0" h="396" extrusionOk="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18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8" extrusionOk="0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18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18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18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18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18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18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18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65" extrusionOk="0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18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18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18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18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18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18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18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18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18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18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18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18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18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18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18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18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18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18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18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18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18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18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18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77" extrusionOk="0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18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18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49" extrusionOk="0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18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28" extrusionOk="0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18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09" extrusionOk="0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18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18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18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18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20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10" name="Google Shape;1510;p20"/>
          <p:cNvSpPr/>
          <p:nvPr/>
        </p:nvSpPr>
        <p:spPr>
          <a:xfrm>
            <a:off x="6976825" y="44654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1" name="Google Shape;1511;p20"/>
          <p:cNvGrpSpPr/>
          <p:nvPr/>
        </p:nvGrpSpPr>
        <p:grpSpPr>
          <a:xfrm>
            <a:off x="8024111" y="4358656"/>
            <a:ext cx="964529" cy="2918046"/>
            <a:chOff x="1825573" y="1896181"/>
            <a:chExt cx="964529" cy="2918046"/>
          </a:xfrm>
        </p:grpSpPr>
        <p:sp>
          <p:nvSpPr>
            <p:cNvPr id="1512" name="Google Shape;1512;p20"/>
            <p:cNvSpPr/>
            <p:nvPr/>
          </p:nvSpPr>
          <p:spPr>
            <a:xfrm>
              <a:off x="1825573" y="1896181"/>
              <a:ext cx="964529" cy="2918046"/>
            </a:xfrm>
            <a:custGeom>
              <a:avLst/>
              <a:gdLst/>
              <a:ahLst/>
              <a:cxnLst/>
              <a:rect l="l" t="t" r="r" b="b"/>
              <a:pathLst>
                <a:path w="7532" h="22787" extrusionOk="0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76200" dir="2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3" name="Google Shape;1513;p20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1514" name="Google Shape;1514;p20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0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0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0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0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0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0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0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0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0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0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0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0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0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0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0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0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33" extrusionOk="0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0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0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20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20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9" extrusionOk="0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20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0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70" extrusionOk="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0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0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0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0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0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0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0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0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0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0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0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0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0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0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0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9" extrusionOk="0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0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0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36" extrusionOk="0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0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6" extrusionOk="0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0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5" extrusionOk="0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0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0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0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0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0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0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0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0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65" extrusionOk="0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0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65" name="Google Shape;1565;p20"/>
          <p:cNvGrpSpPr/>
          <p:nvPr/>
        </p:nvGrpSpPr>
        <p:grpSpPr>
          <a:xfrm flipH="1">
            <a:off x="456093" y="4513162"/>
            <a:ext cx="514249" cy="630515"/>
            <a:chOff x="1551613" y="4513162"/>
            <a:chExt cx="514249" cy="630515"/>
          </a:xfrm>
        </p:grpSpPr>
        <p:grpSp>
          <p:nvGrpSpPr>
            <p:cNvPr id="1566" name="Google Shape;1566;p20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1567" name="Google Shape;1567;p20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20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20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0" name="Google Shape;1570;p20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1571" name="Google Shape;1571;p20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20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20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74" name="Google Shape;1574;p20"/>
          <p:cNvGrpSpPr/>
          <p:nvPr/>
        </p:nvGrpSpPr>
        <p:grpSpPr>
          <a:xfrm>
            <a:off x="-1359250" y="-107675"/>
            <a:ext cx="2079250" cy="1802500"/>
            <a:chOff x="349725" y="59275"/>
            <a:chExt cx="2079250" cy="1802500"/>
          </a:xfrm>
        </p:grpSpPr>
        <p:sp>
          <p:nvSpPr>
            <p:cNvPr id="1575" name="Google Shape;1575;p20"/>
            <p:cNvSpPr/>
            <p:nvPr/>
          </p:nvSpPr>
          <p:spPr>
            <a:xfrm>
              <a:off x="349725" y="59275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2154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443400" y="166800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7" name="Google Shape;1577;p20"/>
          <p:cNvGrpSpPr/>
          <p:nvPr/>
        </p:nvGrpSpPr>
        <p:grpSpPr>
          <a:xfrm>
            <a:off x="8319039" y="4002345"/>
            <a:ext cx="374657" cy="463150"/>
            <a:chOff x="8243489" y="4050570"/>
            <a:chExt cx="374657" cy="463150"/>
          </a:xfrm>
        </p:grpSpPr>
        <p:sp>
          <p:nvSpPr>
            <p:cNvPr id="1578" name="Google Shape;1578;p20"/>
            <p:cNvSpPr/>
            <p:nvPr/>
          </p:nvSpPr>
          <p:spPr>
            <a:xfrm>
              <a:off x="8243489" y="4051225"/>
              <a:ext cx="374657" cy="461828"/>
            </a:xfrm>
            <a:custGeom>
              <a:avLst/>
              <a:gdLst/>
              <a:ahLst/>
              <a:cxnLst/>
              <a:rect l="l" t="t" r="r" b="b"/>
              <a:pathLst>
                <a:path w="107815" h="132900" extrusionOk="0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8244307" y="4050570"/>
              <a:ext cx="257600" cy="463150"/>
            </a:xfrm>
            <a:custGeom>
              <a:avLst/>
              <a:gdLst/>
              <a:ahLst/>
              <a:cxnLst/>
              <a:rect l="l" t="t" r="r" b="b"/>
              <a:pathLst>
                <a:path w="10304" h="18526" extrusionOk="0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22"/>
          <p:cNvSpPr txBox="1">
            <a:spLocks noGrp="1"/>
          </p:cNvSpPr>
          <p:nvPr>
            <p:ph type="title"/>
          </p:nvPr>
        </p:nvSpPr>
        <p:spPr>
          <a:xfrm>
            <a:off x="713263" y="447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90" name="Google Shape;1690;p22"/>
          <p:cNvSpPr txBox="1">
            <a:spLocks noGrp="1"/>
          </p:cNvSpPr>
          <p:nvPr>
            <p:ph type="subTitle" idx="1"/>
          </p:nvPr>
        </p:nvSpPr>
        <p:spPr>
          <a:xfrm>
            <a:off x="713225" y="13864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2" name="Google Shape;1692;p22"/>
          <p:cNvSpPr/>
          <p:nvPr/>
        </p:nvSpPr>
        <p:spPr>
          <a:xfrm>
            <a:off x="515138" y="46039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93" name="Google Shape;1693;p22"/>
          <p:cNvGrpSpPr/>
          <p:nvPr/>
        </p:nvGrpSpPr>
        <p:grpSpPr>
          <a:xfrm>
            <a:off x="2889706" y="4604004"/>
            <a:ext cx="6382937" cy="1623549"/>
            <a:chOff x="713181" y="3935229"/>
            <a:chExt cx="6382937" cy="1623549"/>
          </a:xfrm>
        </p:grpSpPr>
        <p:sp>
          <p:nvSpPr>
            <p:cNvPr id="1694" name="Google Shape;1694;p22"/>
            <p:cNvSpPr/>
            <p:nvPr/>
          </p:nvSpPr>
          <p:spPr>
            <a:xfrm rot="5400000" flipH="1">
              <a:off x="3092875" y="1555535"/>
              <a:ext cx="1623549" cy="6382937"/>
            </a:xfrm>
            <a:custGeom>
              <a:avLst/>
              <a:gdLst/>
              <a:ahLst/>
              <a:cxnLst/>
              <a:rect l="l" t="t" r="r" b="b"/>
              <a:pathLst>
                <a:path w="12220" h="44059" extrusionOk="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5" name="Google Shape;1695;p22"/>
            <p:cNvGrpSpPr/>
            <p:nvPr/>
          </p:nvGrpSpPr>
          <p:grpSpPr>
            <a:xfrm rot="5400000" flipH="1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1696" name="Google Shape;1696;p22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22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22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3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22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22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22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22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22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22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22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22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22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65" extrusionOk="0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2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2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6" extrusionOk="0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2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2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2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22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6" extrusionOk="0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22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22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22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64" h="449" extrusionOk="0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2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22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22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2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22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1" extrusionOk="0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22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2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22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22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22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22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22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22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22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22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5" extrusionOk="0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22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77" extrusionOk="0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22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22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52" extrusionOk="0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22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15" extrusionOk="0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22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23" extrusionOk="0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22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35" extrusionOk="0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22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22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2" extrusionOk="0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22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0" h="396" extrusionOk="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22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8" extrusionOk="0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22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22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22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22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22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22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22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65" extrusionOk="0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22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22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22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22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22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22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22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22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22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22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22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22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22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22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22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22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22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22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22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22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22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22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22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77" extrusionOk="0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22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22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49" extrusionOk="0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22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28" extrusionOk="0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22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09" extrusionOk="0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22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22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22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22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80" name="Google Shape;1780;p22"/>
          <p:cNvGrpSpPr/>
          <p:nvPr/>
        </p:nvGrpSpPr>
        <p:grpSpPr>
          <a:xfrm>
            <a:off x="467713" y="4562414"/>
            <a:ext cx="750012" cy="630423"/>
            <a:chOff x="1507450" y="3919292"/>
            <a:chExt cx="953486" cy="801453"/>
          </a:xfrm>
        </p:grpSpPr>
        <p:grpSp>
          <p:nvGrpSpPr>
            <p:cNvPr id="1781" name="Google Shape;1781;p22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1782" name="Google Shape;1782;p22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22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22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5" name="Google Shape;1785;p22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1786" name="Google Shape;1786;p22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22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22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9" name="Google Shape;1789;p22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1790" name="Google Shape;1790;p22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22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22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23"/>
          <p:cNvSpPr/>
          <p:nvPr/>
        </p:nvSpPr>
        <p:spPr>
          <a:xfrm flipH="1">
            <a:off x="-820831" y="44816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5" name="Google Shape;1795;p23"/>
          <p:cNvGrpSpPr/>
          <p:nvPr/>
        </p:nvGrpSpPr>
        <p:grpSpPr>
          <a:xfrm flipH="1">
            <a:off x="157091" y="4203130"/>
            <a:ext cx="1103228" cy="3337661"/>
            <a:chOff x="1825573" y="1896181"/>
            <a:chExt cx="964529" cy="2918046"/>
          </a:xfrm>
        </p:grpSpPr>
        <p:sp>
          <p:nvSpPr>
            <p:cNvPr id="1796" name="Google Shape;1796;p23"/>
            <p:cNvSpPr/>
            <p:nvPr/>
          </p:nvSpPr>
          <p:spPr>
            <a:xfrm>
              <a:off x="1825573" y="1896181"/>
              <a:ext cx="964529" cy="2918046"/>
            </a:xfrm>
            <a:custGeom>
              <a:avLst/>
              <a:gdLst/>
              <a:ahLst/>
              <a:cxnLst/>
              <a:rect l="l" t="t" r="r" b="b"/>
              <a:pathLst>
                <a:path w="7532" h="22787" extrusionOk="0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76200" dir="2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7" name="Google Shape;1797;p23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1798" name="Google Shape;1798;p23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23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23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23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23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23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23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23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23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23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23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23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23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23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23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23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23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33" extrusionOk="0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23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23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23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23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9" extrusionOk="0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23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23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70" extrusionOk="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23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23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23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23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23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23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23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23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23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23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23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23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23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23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23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9" extrusionOk="0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23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23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36" extrusionOk="0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23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6" extrusionOk="0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23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5" extrusionOk="0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23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23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23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23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23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23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23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23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65" extrusionOk="0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23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49" name="Google Shape;1849;p23"/>
          <p:cNvGrpSpPr/>
          <p:nvPr/>
        </p:nvGrpSpPr>
        <p:grpSpPr>
          <a:xfrm>
            <a:off x="8430767" y="-1618067"/>
            <a:ext cx="4242221" cy="6761580"/>
            <a:chOff x="1336575" y="1389950"/>
            <a:chExt cx="1583450" cy="2523825"/>
          </a:xfrm>
        </p:grpSpPr>
        <p:sp>
          <p:nvSpPr>
            <p:cNvPr id="1850" name="Google Shape;1850;p23"/>
            <p:cNvSpPr/>
            <p:nvPr/>
          </p:nvSpPr>
          <p:spPr>
            <a:xfrm>
              <a:off x="1336575" y="1389950"/>
              <a:ext cx="1583450" cy="2523825"/>
            </a:xfrm>
            <a:custGeom>
              <a:avLst/>
              <a:gdLst/>
              <a:ahLst/>
              <a:cxnLst/>
              <a:rect l="l" t="t" r="r" b="b"/>
              <a:pathLst>
                <a:path w="63338" h="100953" extrusionOk="0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2510150" y="2649325"/>
              <a:ext cx="11700" cy="5775"/>
            </a:xfrm>
            <a:custGeom>
              <a:avLst/>
              <a:gdLst/>
              <a:ahLst/>
              <a:cxnLst/>
              <a:rect l="l" t="t" r="r" b="b"/>
              <a:pathLst>
                <a:path w="468" h="231" extrusionOk="0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1406350" y="1423450"/>
              <a:ext cx="1080625" cy="1231650"/>
            </a:xfrm>
            <a:custGeom>
              <a:avLst/>
              <a:gdLst/>
              <a:ahLst/>
              <a:cxnLst/>
              <a:rect l="l" t="t" r="r" b="b"/>
              <a:pathLst>
                <a:path w="43225" h="49266" extrusionOk="0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1406350" y="1389950"/>
              <a:ext cx="5950" cy="11725"/>
            </a:xfrm>
            <a:custGeom>
              <a:avLst/>
              <a:gdLst/>
              <a:ahLst/>
              <a:cxnLst/>
              <a:rect l="l" t="t" r="r" b="b"/>
              <a:pathLst>
                <a:path w="238" h="469" extrusionOk="0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2841525" y="3857075"/>
              <a:ext cx="5950" cy="24100"/>
            </a:xfrm>
            <a:custGeom>
              <a:avLst/>
              <a:gdLst/>
              <a:ahLst/>
              <a:cxnLst/>
              <a:rect l="l" t="t" r="r" b="b"/>
              <a:pathLst>
                <a:path w="238" h="964" extrusionOk="0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2841525" y="38105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2836450" y="2740900"/>
              <a:ext cx="10325" cy="24075"/>
            </a:xfrm>
            <a:custGeom>
              <a:avLst/>
              <a:gdLst/>
              <a:ahLst/>
              <a:cxnLst/>
              <a:rect l="l" t="t" r="r" b="b"/>
              <a:pathLst>
                <a:path w="413" h="963" extrusionOk="0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2841525" y="37175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2841525" y="36246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2841525" y="35780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2841525" y="3764125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2817625" y="2697975"/>
              <a:ext cx="16775" cy="23400"/>
            </a:xfrm>
            <a:custGeom>
              <a:avLst/>
              <a:gdLst/>
              <a:ahLst/>
              <a:cxnLst/>
              <a:rect l="l" t="t" r="r" b="b"/>
              <a:pathLst>
                <a:path w="671" h="936" extrusionOk="0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2841525" y="367097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2510150" y="26493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2556725" y="2649325"/>
              <a:ext cx="22500" cy="5775"/>
            </a:xfrm>
            <a:custGeom>
              <a:avLst/>
              <a:gdLst/>
              <a:ahLst/>
              <a:cxnLst/>
              <a:rect l="l" t="t" r="r" b="b"/>
              <a:pathLst>
                <a:path w="900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2648975" y="26493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2602575" y="26493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2695550" y="2648625"/>
              <a:ext cx="23200" cy="6475"/>
            </a:xfrm>
            <a:custGeom>
              <a:avLst/>
              <a:gdLst/>
              <a:ahLst/>
              <a:cxnLst/>
              <a:rect l="l" t="t" r="r" b="b"/>
              <a:pathLst>
                <a:path w="928" h="259" extrusionOk="0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2741225" y="2651600"/>
              <a:ext cx="24100" cy="11525"/>
            </a:xfrm>
            <a:custGeom>
              <a:avLst/>
              <a:gdLst/>
              <a:ahLst/>
              <a:cxnLst/>
              <a:rect l="l" t="t" r="r" b="b"/>
              <a:pathLst>
                <a:path w="964" h="461" extrusionOk="0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2784125" y="2667475"/>
              <a:ext cx="22525" cy="17450"/>
            </a:xfrm>
            <a:custGeom>
              <a:avLst/>
              <a:gdLst/>
              <a:ahLst/>
              <a:cxnLst/>
              <a:rect l="l" t="t" r="r" b="b"/>
              <a:pathLst>
                <a:path w="901" h="698" extrusionOk="0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2841525" y="292767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2841525" y="29742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2841525" y="302062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2841525" y="3113775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2841525" y="30672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2841525" y="27881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2841525" y="28347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2841525" y="353145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2841525" y="28811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2841525" y="33462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2841525" y="33928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2841525" y="34392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2841525" y="316015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2841525" y="348507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2841525" y="32067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2841525" y="3253300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2841525" y="329967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2841525" y="3902075"/>
              <a:ext cx="5950" cy="11700"/>
            </a:xfrm>
            <a:custGeom>
              <a:avLst/>
              <a:gdLst/>
              <a:ahLst/>
              <a:cxnLst/>
              <a:rect l="l" t="t" r="r" b="b"/>
              <a:pathLst>
                <a:path w="238" h="468" extrusionOk="0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8" name="Google Shape;1888;p23"/>
          <p:cNvGrpSpPr/>
          <p:nvPr/>
        </p:nvGrpSpPr>
        <p:grpSpPr>
          <a:xfrm flipH="1">
            <a:off x="521386" y="3951370"/>
            <a:ext cx="374657" cy="463150"/>
            <a:chOff x="8243489" y="4050570"/>
            <a:chExt cx="374657" cy="463150"/>
          </a:xfrm>
        </p:grpSpPr>
        <p:sp>
          <p:nvSpPr>
            <p:cNvPr id="1889" name="Google Shape;1889;p23"/>
            <p:cNvSpPr/>
            <p:nvPr/>
          </p:nvSpPr>
          <p:spPr>
            <a:xfrm>
              <a:off x="8243489" y="4051225"/>
              <a:ext cx="374657" cy="461828"/>
            </a:xfrm>
            <a:custGeom>
              <a:avLst/>
              <a:gdLst/>
              <a:ahLst/>
              <a:cxnLst/>
              <a:rect l="l" t="t" r="r" b="b"/>
              <a:pathLst>
                <a:path w="107815" h="132900" extrusionOk="0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8244307" y="4050570"/>
              <a:ext cx="257600" cy="463150"/>
            </a:xfrm>
            <a:custGeom>
              <a:avLst/>
              <a:gdLst/>
              <a:ahLst/>
              <a:cxnLst/>
              <a:rect l="l" t="t" r="r" b="b"/>
              <a:pathLst>
                <a:path w="10304" h="18526" extrusionOk="0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  <p:grpSp>
        <p:nvGrpSpPr>
          <p:cNvPr id="1891" name="Google Shape;1891;p23"/>
          <p:cNvGrpSpPr/>
          <p:nvPr/>
        </p:nvGrpSpPr>
        <p:grpSpPr>
          <a:xfrm flipH="1">
            <a:off x="7788215" y="4513090"/>
            <a:ext cx="711583" cy="630414"/>
            <a:chOff x="460371" y="2406765"/>
            <a:chExt cx="711583" cy="630414"/>
          </a:xfrm>
        </p:grpSpPr>
        <p:grpSp>
          <p:nvGrpSpPr>
            <p:cNvPr id="1892" name="Google Shape;1892;p23"/>
            <p:cNvGrpSpPr/>
            <p:nvPr/>
          </p:nvGrpSpPr>
          <p:grpSpPr>
            <a:xfrm>
              <a:off x="666102" y="2406765"/>
              <a:ext cx="505852" cy="630414"/>
              <a:chOff x="666102" y="2406765"/>
              <a:chExt cx="505852" cy="630414"/>
            </a:xfrm>
          </p:grpSpPr>
          <p:grpSp>
            <p:nvGrpSpPr>
              <p:cNvPr id="1893" name="Google Shape;1893;p23"/>
              <p:cNvGrpSpPr/>
              <p:nvPr/>
            </p:nvGrpSpPr>
            <p:grpSpPr>
              <a:xfrm>
                <a:off x="1005172" y="2632603"/>
                <a:ext cx="166782" cy="404575"/>
                <a:chOff x="3816313" y="1611982"/>
                <a:chExt cx="1212958" cy="2940225"/>
              </a:xfrm>
            </p:grpSpPr>
            <p:sp>
              <p:nvSpPr>
                <p:cNvPr id="1894" name="Google Shape;1894;p23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2" h="6836" extrusionOk="0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5" name="Google Shape;1895;p23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9712" extrusionOk="0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6" name="Google Shape;1896;p23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9" h="6841" extrusionOk="0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97" name="Google Shape;1897;p23"/>
              <p:cNvGrpSpPr/>
              <p:nvPr/>
            </p:nvGrpSpPr>
            <p:grpSpPr>
              <a:xfrm>
                <a:off x="666102" y="2406765"/>
                <a:ext cx="259816" cy="630384"/>
                <a:chOff x="3816313" y="1611982"/>
                <a:chExt cx="1212958" cy="2940225"/>
              </a:xfrm>
            </p:grpSpPr>
            <p:sp>
              <p:nvSpPr>
                <p:cNvPr id="1898" name="Google Shape;1898;p23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2" h="6836" extrusionOk="0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9" name="Google Shape;1899;p23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9712" extrusionOk="0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0" name="Google Shape;1900;p23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9" h="6841" extrusionOk="0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01" name="Google Shape;1901;p23"/>
            <p:cNvGrpSpPr/>
            <p:nvPr/>
          </p:nvGrpSpPr>
          <p:grpSpPr>
            <a:xfrm>
              <a:off x="460371" y="2728161"/>
              <a:ext cx="166791" cy="302717"/>
              <a:chOff x="3816307" y="2352225"/>
              <a:chExt cx="1213027" cy="2199981"/>
            </a:xfrm>
          </p:grpSpPr>
          <p:sp>
            <p:nvSpPr>
              <p:cNvPr id="1902" name="Google Shape;1902;p23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23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23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24"/>
          <p:cNvSpPr/>
          <p:nvPr/>
        </p:nvSpPr>
        <p:spPr>
          <a:xfrm flipH="1">
            <a:off x="-711725" y="4114963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7" name="Google Shape;1907;p24"/>
          <p:cNvGrpSpPr/>
          <p:nvPr/>
        </p:nvGrpSpPr>
        <p:grpSpPr>
          <a:xfrm flipH="1">
            <a:off x="335560" y="4358656"/>
            <a:ext cx="964529" cy="2918046"/>
            <a:chOff x="1825573" y="1896181"/>
            <a:chExt cx="964529" cy="2918046"/>
          </a:xfrm>
        </p:grpSpPr>
        <p:sp>
          <p:nvSpPr>
            <p:cNvPr id="1908" name="Google Shape;1908;p24"/>
            <p:cNvSpPr/>
            <p:nvPr/>
          </p:nvSpPr>
          <p:spPr>
            <a:xfrm>
              <a:off x="1825573" y="1896181"/>
              <a:ext cx="964529" cy="2918046"/>
            </a:xfrm>
            <a:custGeom>
              <a:avLst/>
              <a:gdLst/>
              <a:ahLst/>
              <a:cxnLst/>
              <a:rect l="l" t="t" r="r" b="b"/>
              <a:pathLst>
                <a:path w="7532" h="22787" extrusionOk="0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76200" dir="2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9" name="Google Shape;1909;p24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1910" name="Google Shape;1910;p24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24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24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24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24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24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24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24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4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4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4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4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4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4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4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4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4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33" extrusionOk="0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24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24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4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4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9" extrusionOk="0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4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4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70" extrusionOk="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4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4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4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4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4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24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24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24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24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24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24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24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24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24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24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9" extrusionOk="0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24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24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36" extrusionOk="0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24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6" extrusionOk="0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24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5" extrusionOk="0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24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24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24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24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24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24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24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24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65" extrusionOk="0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24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61" name="Google Shape;1961;p24"/>
          <p:cNvGrpSpPr/>
          <p:nvPr/>
        </p:nvGrpSpPr>
        <p:grpSpPr>
          <a:xfrm>
            <a:off x="8173658" y="4513162"/>
            <a:ext cx="514249" cy="630515"/>
            <a:chOff x="1551613" y="4513162"/>
            <a:chExt cx="514249" cy="630515"/>
          </a:xfrm>
        </p:grpSpPr>
        <p:grpSp>
          <p:nvGrpSpPr>
            <p:cNvPr id="1962" name="Google Shape;1962;p24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1963" name="Google Shape;1963;p24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24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24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66" name="Google Shape;1966;p24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1967" name="Google Shape;1967;p24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24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24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70" name="Google Shape;1970;p24"/>
          <p:cNvGrpSpPr/>
          <p:nvPr/>
        </p:nvGrpSpPr>
        <p:grpSpPr>
          <a:xfrm flipH="1">
            <a:off x="8528600" y="-766400"/>
            <a:ext cx="2079250" cy="1802500"/>
            <a:chOff x="349725" y="59275"/>
            <a:chExt cx="2079250" cy="1802500"/>
          </a:xfrm>
        </p:grpSpPr>
        <p:sp>
          <p:nvSpPr>
            <p:cNvPr id="1971" name="Google Shape;1971;p24"/>
            <p:cNvSpPr/>
            <p:nvPr/>
          </p:nvSpPr>
          <p:spPr>
            <a:xfrm>
              <a:off x="349725" y="59275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2154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4"/>
            <p:cNvSpPr/>
            <p:nvPr/>
          </p:nvSpPr>
          <p:spPr>
            <a:xfrm>
              <a:off x="443400" y="166800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3" name="Google Shape;1973;p24"/>
          <p:cNvGrpSpPr/>
          <p:nvPr/>
        </p:nvGrpSpPr>
        <p:grpSpPr>
          <a:xfrm flipH="1">
            <a:off x="630504" y="4002345"/>
            <a:ext cx="374657" cy="463150"/>
            <a:chOff x="8243489" y="4050570"/>
            <a:chExt cx="374657" cy="463150"/>
          </a:xfrm>
        </p:grpSpPr>
        <p:sp>
          <p:nvSpPr>
            <p:cNvPr id="1974" name="Google Shape;1974;p24"/>
            <p:cNvSpPr/>
            <p:nvPr/>
          </p:nvSpPr>
          <p:spPr>
            <a:xfrm>
              <a:off x="8243489" y="4051225"/>
              <a:ext cx="374657" cy="461828"/>
            </a:xfrm>
            <a:custGeom>
              <a:avLst/>
              <a:gdLst/>
              <a:ahLst/>
              <a:cxnLst/>
              <a:rect l="l" t="t" r="r" b="b"/>
              <a:pathLst>
                <a:path w="107815" h="132900" extrusionOk="0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4"/>
            <p:cNvSpPr/>
            <p:nvPr/>
          </p:nvSpPr>
          <p:spPr>
            <a:xfrm>
              <a:off x="8244307" y="4050570"/>
              <a:ext cx="257600" cy="463150"/>
            </a:xfrm>
            <a:custGeom>
              <a:avLst/>
              <a:gdLst/>
              <a:ahLst/>
              <a:cxnLst/>
              <a:rect l="l" t="t" r="r" b="b"/>
              <a:pathLst>
                <a:path w="10304" h="18526" extrusionOk="0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3688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ExtraBold"/>
              <a:buNone/>
              <a:defRPr sz="3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2" r:id="rId9"/>
    <p:sldLayoutId id="2147483663" r:id="rId10"/>
    <p:sldLayoutId id="2147483664" r:id="rId11"/>
    <p:sldLayoutId id="2147483666" r:id="rId12"/>
    <p:sldLayoutId id="2147483668" r:id="rId13"/>
    <p:sldLayoutId id="2147483669" r:id="rId14"/>
    <p:sldLayoutId id="2147483670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28"/>
          <p:cNvSpPr/>
          <p:nvPr/>
        </p:nvSpPr>
        <p:spPr>
          <a:xfrm>
            <a:off x="5167288" y="133603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7" name="Google Shape;1987;p28"/>
          <p:cNvSpPr txBox="1">
            <a:spLocks noGrp="1"/>
          </p:cNvSpPr>
          <p:nvPr>
            <p:ph type="ctrTitle"/>
          </p:nvPr>
        </p:nvSpPr>
        <p:spPr>
          <a:xfrm>
            <a:off x="713225" y="781775"/>
            <a:ext cx="4783500" cy="243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4800" b="1" i="1" dirty="0"/>
              <a:t>Smart Bahrain Traffic Application</a:t>
            </a:r>
            <a:endParaRPr lang="en-US" sz="4800" dirty="0"/>
          </a:p>
        </p:txBody>
      </p:sp>
      <p:grpSp>
        <p:nvGrpSpPr>
          <p:cNvPr id="1989" name="Google Shape;1989;p28"/>
          <p:cNvGrpSpPr/>
          <p:nvPr/>
        </p:nvGrpSpPr>
        <p:grpSpPr>
          <a:xfrm>
            <a:off x="713181" y="582145"/>
            <a:ext cx="11949650" cy="4976633"/>
            <a:chOff x="713181" y="582145"/>
            <a:chExt cx="11949650" cy="4976633"/>
          </a:xfrm>
        </p:grpSpPr>
        <p:grpSp>
          <p:nvGrpSpPr>
            <p:cNvPr id="1990" name="Google Shape;1990;p28"/>
            <p:cNvGrpSpPr/>
            <p:nvPr/>
          </p:nvGrpSpPr>
          <p:grpSpPr>
            <a:xfrm>
              <a:off x="6279940" y="582145"/>
              <a:ext cx="6382891" cy="1623545"/>
              <a:chOff x="6371290" y="314120"/>
              <a:chExt cx="6382891" cy="1623545"/>
            </a:xfrm>
          </p:grpSpPr>
          <p:sp>
            <p:nvSpPr>
              <p:cNvPr id="1991" name="Google Shape;1991;p28"/>
              <p:cNvSpPr/>
              <p:nvPr/>
            </p:nvSpPr>
            <p:spPr>
              <a:xfrm rot="-5400000" flipH="1">
                <a:off x="8750963" y="-2065553"/>
                <a:ext cx="1623545" cy="6382891"/>
              </a:xfrm>
              <a:custGeom>
                <a:avLst/>
                <a:gdLst/>
                <a:ahLst/>
                <a:cxnLst/>
                <a:rect l="l" t="t" r="r" b="b"/>
                <a:pathLst>
                  <a:path w="12220" h="44059" extrusionOk="0">
                    <a:moveTo>
                      <a:pt x="9359" y="0"/>
                    </a:moveTo>
                    <a:lnTo>
                      <a:pt x="9359" y="18593"/>
                    </a:lnTo>
                    <a:lnTo>
                      <a:pt x="9359" y="27156"/>
                    </a:lnTo>
                    <a:cubicBezTo>
                      <a:pt x="9359" y="27621"/>
                      <a:pt x="9003" y="28003"/>
                      <a:pt x="8568" y="28055"/>
                    </a:cubicBezTo>
                    <a:lnTo>
                      <a:pt x="8444" y="28055"/>
                    </a:lnTo>
                    <a:cubicBezTo>
                      <a:pt x="7940" y="28055"/>
                      <a:pt x="7532" y="27647"/>
                      <a:pt x="7532" y="27156"/>
                    </a:cubicBezTo>
                    <a:lnTo>
                      <a:pt x="7532" y="18168"/>
                    </a:lnTo>
                    <a:cubicBezTo>
                      <a:pt x="7532" y="16099"/>
                      <a:pt x="5845" y="14409"/>
                      <a:pt x="3773" y="14409"/>
                    </a:cubicBezTo>
                    <a:cubicBezTo>
                      <a:pt x="1704" y="14409"/>
                      <a:pt x="1" y="16099"/>
                      <a:pt x="1" y="18168"/>
                    </a:cubicBezTo>
                    <a:lnTo>
                      <a:pt x="1" y="30141"/>
                    </a:lnTo>
                    <a:lnTo>
                      <a:pt x="1" y="44059"/>
                    </a:lnTo>
                    <a:lnTo>
                      <a:pt x="2861" y="44059"/>
                    </a:lnTo>
                    <a:lnTo>
                      <a:pt x="2861" y="29065"/>
                    </a:lnTo>
                    <a:lnTo>
                      <a:pt x="2861" y="18168"/>
                    </a:lnTo>
                    <a:cubicBezTo>
                      <a:pt x="2861" y="17677"/>
                      <a:pt x="3270" y="17269"/>
                      <a:pt x="3773" y="17269"/>
                    </a:cubicBezTo>
                    <a:cubicBezTo>
                      <a:pt x="4276" y="17269"/>
                      <a:pt x="4685" y="17677"/>
                      <a:pt x="4685" y="18168"/>
                    </a:cubicBezTo>
                    <a:lnTo>
                      <a:pt x="4685" y="27156"/>
                    </a:lnTo>
                    <a:cubicBezTo>
                      <a:pt x="4685" y="29186"/>
                      <a:pt x="6306" y="30863"/>
                      <a:pt x="8336" y="30915"/>
                    </a:cubicBezTo>
                    <a:cubicBezTo>
                      <a:pt x="8378" y="30915"/>
                      <a:pt x="8405" y="30932"/>
                      <a:pt x="8444" y="30932"/>
                    </a:cubicBezTo>
                    <a:cubicBezTo>
                      <a:pt x="10529" y="30932"/>
                      <a:pt x="12219" y="29229"/>
                      <a:pt x="12219" y="27156"/>
                    </a:cubicBezTo>
                    <a:lnTo>
                      <a:pt x="12219" y="18619"/>
                    </a:lnTo>
                    <a:lnTo>
                      <a:pt x="1221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dist="57150" dir="6660000" algn="bl" rotWithShape="0">
                  <a:schemeClr val="dk1">
                    <a:alpha val="3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92" name="Google Shape;1992;p28"/>
              <p:cNvGrpSpPr/>
              <p:nvPr/>
            </p:nvGrpSpPr>
            <p:grpSpPr>
              <a:xfrm rot="-5400000" flipH="1">
                <a:off x="8817700" y="-1773617"/>
                <a:ext cx="1257637" cy="5799004"/>
                <a:chOff x="3563222" y="101822"/>
                <a:chExt cx="1212180" cy="5125965"/>
              </a:xfrm>
            </p:grpSpPr>
            <p:sp>
              <p:nvSpPr>
                <p:cNvPr id="1993" name="Google Shape;1993;p28"/>
                <p:cNvSpPr/>
                <p:nvPr/>
              </p:nvSpPr>
              <p:spPr>
                <a:xfrm>
                  <a:off x="3563222" y="4946702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4" name="Google Shape;1994;p28"/>
                <p:cNvSpPr/>
                <p:nvPr/>
              </p:nvSpPr>
              <p:spPr>
                <a:xfrm>
                  <a:off x="3563222" y="50601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5" name="Google Shape;1995;p28"/>
                <p:cNvSpPr/>
                <p:nvPr/>
              </p:nvSpPr>
              <p:spPr>
                <a:xfrm>
                  <a:off x="3563222" y="4833244"/>
                  <a:ext cx="13830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3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6" name="Google Shape;1996;p28"/>
                <p:cNvSpPr/>
                <p:nvPr/>
              </p:nvSpPr>
              <p:spPr>
                <a:xfrm>
                  <a:off x="3563222" y="5171569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7" name="Google Shape;1997;p28"/>
                <p:cNvSpPr/>
                <p:nvPr/>
              </p:nvSpPr>
              <p:spPr>
                <a:xfrm>
                  <a:off x="3563222" y="4043522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8" name="Google Shape;1998;p28"/>
                <p:cNvSpPr/>
                <p:nvPr/>
              </p:nvSpPr>
              <p:spPr>
                <a:xfrm>
                  <a:off x="3563222" y="415480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9" name="Google Shape;1999;p28"/>
                <p:cNvSpPr/>
                <p:nvPr/>
              </p:nvSpPr>
              <p:spPr>
                <a:xfrm>
                  <a:off x="3563222" y="381827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0" name="Google Shape;2000;p28"/>
                <p:cNvSpPr/>
                <p:nvPr/>
              </p:nvSpPr>
              <p:spPr>
                <a:xfrm>
                  <a:off x="3563222" y="3930064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1" name="Google Shape;2001;p28"/>
                <p:cNvSpPr/>
                <p:nvPr/>
              </p:nvSpPr>
              <p:spPr>
                <a:xfrm>
                  <a:off x="3563222" y="42682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2" name="Google Shape;2002;p28"/>
                <p:cNvSpPr/>
                <p:nvPr/>
              </p:nvSpPr>
              <p:spPr>
                <a:xfrm>
                  <a:off x="3563222" y="4380053"/>
                  <a:ext cx="13830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8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3" name="Google Shape;2003;p28"/>
                <p:cNvSpPr/>
                <p:nvPr/>
              </p:nvSpPr>
              <p:spPr>
                <a:xfrm>
                  <a:off x="3563222" y="449338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4" name="Google Shape;2004;p28"/>
                <p:cNvSpPr/>
                <p:nvPr/>
              </p:nvSpPr>
              <p:spPr>
                <a:xfrm>
                  <a:off x="3563222" y="4718250"/>
                  <a:ext cx="13830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65" extrusionOk="0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0" y="435"/>
                      </a:lnTo>
                      <a:lnTo>
                        <a:pt x="0" y="464"/>
                      </a:lnTo>
                      <a:lnTo>
                        <a:pt x="108" y="464"/>
                      </a:lnTo>
                      <a:lnTo>
                        <a:pt x="108" y="435"/>
                      </a:lnTo>
                      <a:lnTo>
                        <a:pt x="108" y="26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5" name="Google Shape;2005;p28"/>
                <p:cNvSpPr/>
                <p:nvPr/>
              </p:nvSpPr>
              <p:spPr>
                <a:xfrm>
                  <a:off x="3563222" y="4606457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6" name="Google Shape;2006;p28"/>
                <p:cNvSpPr/>
                <p:nvPr/>
              </p:nvSpPr>
              <p:spPr>
                <a:xfrm>
                  <a:off x="3746086" y="1978230"/>
                  <a:ext cx="57882" cy="31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46" extrusionOk="0">
                      <a:moveTo>
                        <a:pt x="438" y="0"/>
                      </a:moveTo>
                      <a:cubicBezTo>
                        <a:pt x="288" y="43"/>
                        <a:pt x="138" y="82"/>
                        <a:pt x="0" y="151"/>
                      </a:cubicBezTo>
                      <a:lnTo>
                        <a:pt x="43" y="246"/>
                      </a:lnTo>
                      <a:cubicBezTo>
                        <a:pt x="180" y="193"/>
                        <a:pt x="314" y="151"/>
                        <a:pt x="451" y="112"/>
                      </a:cubicBezTo>
                      <a:lnTo>
                        <a:pt x="4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7" name="Google Shape;2007;p28"/>
                <p:cNvSpPr/>
                <p:nvPr/>
              </p:nvSpPr>
              <p:spPr>
                <a:xfrm>
                  <a:off x="3563222" y="266384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8" name="Google Shape;2008;p28"/>
                <p:cNvSpPr/>
                <p:nvPr/>
              </p:nvSpPr>
              <p:spPr>
                <a:xfrm>
                  <a:off x="3563222" y="277730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9" name="Google Shape;2009;p28"/>
                <p:cNvSpPr/>
                <p:nvPr/>
              </p:nvSpPr>
              <p:spPr>
                <a:xfrm>
                  <a:off x="3563222" y="2438721"/>
                  <a:ext cx="13830" cy="56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8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0" name="Google Shape;2010;p28"/>
                <p:cNvSpPr/>
                <p:nvPr/>
              </p:nvSpPr>
              <p:spPr>
                <a:xfrm>
                  <a:off x="3587424" y="2107567"/>
                  <a:ext cx="40338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" h="436" extrusionOk="0">
                      <a:moveTo>
                        <a:pt x="220" y="1"/>
                      </a:moveTo>
                      <a:cubicBezTo>
                        <a:pt x="138" y="121"/>
                        <a:pt x="69" y="259"/>
                        <a:pt x="1" y="393"/>
                      </a:cubicBezTo>
                      <a:lnTo>
                        <a:pt x="112" y="435"/>
                      </a:lnTo>
                      <a:cubicBezTo>
                        <a:pt x="164" y="298"/>
                        <a:pt x="233" y="177"/>
                        <a:pt x="314" y="53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1" name="Google Shape;2011;p28"/>
                <p:cNvSpPr/>
                <p:nvPr/>
              </p:nvSpPr>
              <p:spPr>
                <a:xfrm>
                  <a:off x="3563222" y="2325263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1"/>
                      </a:lnTo>
                      <a:lnTo>
                        <a:pt x="108" y="4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2" name="Google Shape;2012;p28"/>
                <p:cNvSpPr/>
                <p:nvPr/>
              </p:nvSpPr>
              <p:spPr>
                <a:xfrm>
                  <a:off x="3651837" y="2025483"/>
                  <a:ext cx="52504" cy="4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" h="367" extrusionOk="0">
                      <a:moveTo>
                        <a:pt x="344" y="1"/>
                      </a:moveTo>
                      <a:cubicBezTo>
                        <a:pt x="220" y="83"/>
                        <a:pt x="112" y="177"/>
                        <a:pt x="1" y="285"/>
                      </a:cubicBezTo>
                      <a:lnTo>
                        <a:pt x="83" y="367"/>
                      </a:lnTo>
                      <a:cubicBezTo>
                        <a:pt x="181" y="259"/>
                        <a:pt x="289" y="177"/>
                        <a:pt x="410" y="96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3" name="Google Shape;2013;p28"/>
                <p:cNvSpPr/>
                <p:nvPr/>
              </p:nvSpPr>
              <p:spPr>
                <a:xfrm>
                  <a:off x="3563222" y="2212189"/>
                  <a:ext cx="21001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" h="449" extrusionOk="0">
                      <a:moveTo>
                        <a:pt x="56" y="1"/>
                      </a:moveTo>
                      <a:cubicBezTo>
                        <a:pt x="26" y="148"/>
                        <a:pt x="13" y="298"/>
                        <a:pt x="0" y="448"/>
                      </a:cubicBezTo>
                      <a:lnTo>
                        <a:pt x="121" y="448"/>
                      </a:lnTo>
                      <a:cubicBezTo>
                        <a:pt x="121" y="311"/>
                        <a:pt x="137" y="164"/>
                        <a:pt x="163" y="27"/>
                      </a:cubicBez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4" name="Google Shape;2014;p28"/>
                <p:cNvSpPr/>
                <p:nvPr/>
              </p:nvSpPr>
              <p:spPr>
                <a:xfrm>
                  <a:off x="3563222" y="2550386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1"/>
                      </a:moveTo>
                      <a:lnTo>
                        <a:pt x="0" y="449"/>
                      </a:lnTo>
                      <a:lnTo>
                        <a:pt x="108" y="44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5" name="Google Shape;2015;p28"/>
                <p:cNvSpPr/>
                <p:nvPr/>
              </p:nvSpPr>
              <p:spPr>
                <a:xfrm>
                  <a:off x="3563222" y="345203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6" name="Google Shape;2016;p28"/>
                <p:cNvSpPr/>
                <p:nvPr/>
              </p:nvSpPr>
              <p:spPr>
                <a:xfrm>
                  <a:off x="3563222" y="3565488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7" name="Google Shape;2017;p28"/>
                <p:cNvSpPr/>
                <p:nvPr/>
              </p:nvSpPr>
              <p:spPr>
                <a:xfrm>
                  <a:off x="3563222" y="2888582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1"/>
                      </a:moveTo>
                      <a:lnTo>
                        <a:pt x="0" y="439"/>
                      </a:lnTo>
                      <a:lnTo>
                        <a:pt x="108" y="43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8" name="Google Shape;2018;p28"/>
                <p:cNvSpPr/>
                <p:nvPr/>
              </p:nvSpPr>
              <p:spPr>
                <a:xfrm>
                  <a:off x="3563222" y="3790226"/>
                  <a:ext cx="13830" cy="19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51" extrusionOk="0">
                      <a:moveTo>
                        <a:pt x="0" y="0"/>
                      </a:moveTo>
                      <a:lnTo>
                        <a:pt x="0" y="151"/>
                      </a:lnTo>
                      <a:lnTo>
                        <a:pt x="108" y="1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9" name="Google Shape;2019;p28"/>
                <p:cNvSpPr/>
                <p:nvPr/>
              </p:nvSpPr>
              <p:spPr>
                <a:xfrm>
                  <a:off x="3563222" y="367715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0" name="Google Shape;2020;p28"/>
                <p:cNvSpPr/>
                <p:nvPr/>
              </p:nvSpPr>
              <p:spPr>
                <a:xfrm>
                  <a:off x="3563222" y="300204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1" name="Google Shape;2021;p28"/>
                <p:cNvSpPr/>
                <p:nvPr/>
              </p:nvSpPr>
              <p:spPr>
                <a:xfrm>
                  <a:off x="3563222" y="3113833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2" name="Google Shape;2022;p28"/>
                <p:cNvSpPr/>
                <p:nvPr/>
              </p:nvSpPr>
              <p:spPr>
                <a:xfrm>
                  <a:off x="3563222" y="333857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3" name="Google Shape;2023;p28"/>
                <p:cNvSpPr/>
                <p:nvPr/>
              </p:nvSpPr>
              <p:spPr>
                <a:xfrm>
                  <a:off x="3563222" y="3227291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4" name="Google Shape;2024;p28"/>
                <p:cNvSpPr/>
                <p:nvPr/>
              </p:nvSpPr>
              <p:spPr>
                <a:xfrm>
                  <a:off x="4161244" y="292174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5" name="Google Shape;2025;p28"/>
                <p:cNvSpPr/>
                <p:nvPr/>
              </p:nvSpPr>
              <p:spPr>
                <a:xfrm>
                  <a:off x="4161244" y="2358685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6" name="Google Shape;2026;p28"/>
                <p:cNvSpPr/>
                <p:nvPr/>
              </p:nvSpPr>
              <p:spPr>
                <a:xfrm>
                  <a:off x="4161244" y="247175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7" name="Google Shape;2027;p28"/>
                <p:cNvSpPr/>
                <p:nvPr/>
              </p:nvSpPr>
              <p:spPr>
                <a:xfrm>
                  <a:off x="4161244" y="2583424"/>
                  <a:ext cx="16135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25" y="452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8" name="Google Shape;2028;p28"/>
                <p:cNvSpPr/>
                <p:nvPr/>
              </p:nvSpPr>
              <p:spPr>
                <a:xfrm>
                  <a:off x="4161244" y="3373787"/>
                  <a:ext cx="16135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5" extrusionOk="0">
                      <a:moveTo>
                        <a:pt x="1" y="0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422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9" name="Google Shape;2029;p28"/>
                <p:cNvSpPr/>
                <p:nvPr/>
              </p:nvSpPr>
              <p:spPr>
                <a:xfrm>
                  <a:off x="4393154" y="3710319"/>
                  <a:ext cx="57882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77" extrusionOk="0">
                      <a:moveTo>
                        <a:pt x="30" y="0"/>
                      </a:moveTo>
                      <a:lnTo>
                        <a:pt x="1" y="108"/>
                      </a:lnTo>
                      <a:cubicBezTo>
                        <a:pt x="138" y="151"/>
                        <a:pt x="288" y="177"/>
                        <a:pt x="439" y="177"/>
                      </a:cubicBezTo>
                      <a:lnTo>
                        <a:pt x="452" y="69"/>
                      </a:lnTo>
                      <a:cubicBezTo>
                        <a:pt x="301" y="52"/>
                        <a:pt x="164" y="39"/>
                        <a:pt x="3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0" name="Google Shape;2030;p28"/>
                <p:cNvSpPr/>
                <p:nvPr/>
              </p:nvSpPr>
              <p:spPr>
                <a:xfrm>
                  <a:off x="4161244" y="2696882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1" name="Google Shape;2031;p28"/>
                <p:cNvSpPr/>
                <p:nvPr/>
              </p:nvSpPr>
              <p:spPr>
                <a:xfrm>
                  <a:off x="4168415" y="3483403"/>
                  <a:ext cx="2983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52" extrusionOk="0">
                      <a:moveTo>
                        <a:pt x="108" y="1"/>
                      </a:moveTo>
                      <a:lnTo>
                        <a:pt x="0" y="27"/>
                      </a:lnTo>
                      <a:cubicBezTo>
                        <a:pt x="27" y="164"/>
                        <a:pt x="69" y="314"/>
                        <a:pt x="121" y="452"/>
                      </a:cubicBezTo>
                      <a:lnTo>
                        <a:pt x="233" y="409"/>
                      </a:lnTo>
                      <a:cubicBezTo>
                        <a:pt x="177" y="288"/>
                        <a:pt x="134" y="138"/>
                        <a:pt x="10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2" name="Google Shape;2032;p28"/>
                <p:cNvSpPr/>
                <p:nvPr/>
              </p:nvSpPr>
              <p:spPr>
                <a:xfrm>
                  <a:off x="4288532" y="3664603"/>
                  <a:ext cx="56217" cy="4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15" extrusionOk="0">
                      <a:moveTo>
                        <a:pt x="69" y="1"/>
                      </a:moveTo>
                      <a:lnTo>
                        <a:pt x="1" y="83"/>
                      </a:lnTo>
                      <a:cubicBezTo>
                        <a:pt x="125" y="181"/>
                        <a:pt x="259" y="246"/>
                        <a:pt x="396" y="315"/>
                      </a:cubicBezTo>
                      <a:lnTo>
                        <a:pt x="439" y="220"/>
                      </a:lnTo>
                      <a:cubicBezTo>
                        <a:pt x="314" y="151"/>
                        <a:pt x="193" y="83"/>
                        <a:pt x="6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3" name="Google Shape;2033;p28"/>
                <p:cNvSpPr/>
                <p:nvPr/>
              </p:nvSpPr>
              <p:spPr>
                <a:xfrm>
                  <a:off x="4210290" y="3584696"/>
                  <a:ext cx="45332" cy="54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23" extrusionOk="0">
                      <a:moveTo>
                        <a:pt x="95" y="1"/>
                      </a:moveTo>
                      <a:lnTo>
                        <a:pt x="0" y="69"/>
                      </a:lnTo>
                      <a:cubicBezTo>
                        <a:pt x="82" y="190"/>
                        <a:pt x="177" y="314"/>
                        <a:pt x="285" y="422"/>
                      </a:cubicBezTo>
                      <a:lnTo>
                        <a:pt x="353" y="341"/>
                      </a:lnTo>
                      <a:cubicBezTo>
                        <a:pt x="259" y="233"/>
                        <a:pt x="177" y="122"/>
                        <a:pt x="9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4" name="Google Shape;2034;p28"/>
                <p:cNvSpPr/>
                <p:nvPr/>
              </p:nvSpPr>
              <p:spPr>
                <a:xfrm>
                  <a:off x="3857879" y="1971571"/>
                  <a:ext cx="57882" cy="17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35" extrusionOk="0">
                      <a:moveTo>
                        <a:pt x="0" y="0"/>
                      </a:moveTo>
                      <a:lnTo>
                        <a:pt x="13" y="108"/>
                      </a:lnTo>
                      <a:lnTo>
                        <a:pt x="95" y="108"/>
                      </a:lnTo>
                      <a:cubicBezTo>
                        <a:pt x="206" y="108"/>
                        <a:pt x="327" y="121"/>
                        <a:pt x="435" y="134"/>
                      </a:cubicBezTo>
                      <a:lnTo>
                        <a:pt x="451" y="26"/>
                      </a:lnTo>
                      <a:cubicBezTo>
                        <a:pt x="340" y="13"/>
                        <a:pt x="219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5" name="Google Shape;2035;p28"/>
                <p:cNvSpPr/>
                <p:nvPr/>
              </p:nvSpPr>
              <p:spPr>
                <a:xfrm>
                  <a:off x="4161244" y="2245228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09" y="1"/>
                      </a:moveTo>
                      <a:lnTo>
                        <a:pt x="1" y="14"/>
                      </a:lnTo>
                      <a:lnTo>
                        <a:pt x="1" y="259"/>
                      </a:ln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259"/>
                      </a:lnTo>
                      <a:cubicBezTo>
                        <a:pt x="125" y="164"/>
                        <a:pt x="109" y="83"/>
                        <a:pt x="10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6" name="Google Shape;2036;p28"/>
                <p:cNvSpPr/>
                <p:nvPr/>
              </p:nvSpPr>
              <p:spPr>
                <a:xfrm>
                  <a:off x="4129870" y="2135227"/>
                  <a:ext cx="3316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452" extrusionOk="0">
                      <a:moveTo>
                        <a:pt x="96" y="0"/>
                      </a:moveTo>
                      <a:lnTo>
                        <a:pt x="1" y="56"/>
                      </a:lnTo>
                      <a:cubicBezTo>
                        <a:pt x="56" y="177"/>
                        <a:pt x="109" y="314"/>
                        <a:pt x="151" y="451"/>
                      </a:cubicBezTo>
                      <a:lnTo>
                        <a:pt x="259" y="422"/>
                      </a:lnTo>
                      <a:cubicBezTo>
                        <a:pt x="220" y="275"/>
                        <a:pt x="164" y="138"/>
                        <a:pt x="9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7" name="Google Shape;2037;p28"/>
                <p:cNvSpPr/>
                <p:nvPr/>
              </p:nvSpPr>
              <p:spPr>
                <a:xfrm>
                  <a:off x="4062129" y="2046484"/>
                  <a:ext cx="48662" cy="50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396" extrusionOk="0">
                      <a:moveTo>
                        <a:pt x="66" y="0"/>
                      </a:moveTo>
                      <a:lnTo>
                        <a:pt x="0" y="82"/>
                      </a:lnTo>
                      <a:cubicBezTo>
                        <a:pt x="108" y="177"/>
                        <a:pt x="203" y="285"/>
                        <a:pt x="285" y="396"/>
                      </a:cubicBezTo>
                      <a:lnTo>
                        <a:pt x="379" y="327"/>
                      </a:lnTo>
                      <a:cubicBezTo>
                        <a:pt x="285" y="203"/>
                        <a:pt x="177" y="95"/>
                        <a:pt x="6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8" name="Google Shape;2038;p28"/>
                <p:cNvSpPr/>
                <p:nvPr/>
              </p:nvSpPr>
              <p:spPr>
                <a:xfrm>
                  <a:off x="3965830" y="1988731"/>
                  <a:ext cx="57882" cy="36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88" extrusionOk="0">
                      <a:moveTo>
                        <a:pt x="43" y="0"/>
                      </a:moveTo>
                      <a:lnTo>
                        <a:pt x="0" y="95"/>
                      </a:lnTo>
                      <a:cubicBezTo>
                        <a:pt x="138" y="151"/>
                        <a:pt x="275" y="206"/>
                        <a:pt x="396" y="288"/>
                      </a:cubicBezTo>
                      <a:lnTo>
                        <a:pt x="452" y="193"/>
                      </a:lnTo>
                      <a:cubicBezTo>
                        <a:pt x="327" y="111"/>
                        <a:pt x="193" y="56"/>
                        <a:pt x="4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8"/>
                <p:cNvSpPr/>
                <p:nvPr/>
              </p:nvSpPr>
              <p:spPr>
                <a:xfrm>
                  <a:off x="4161244" y="3260329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8"/>
                <p:cNvSpPr/>
                <p:nvPr/>
              </p:nvSpPr>
              <p:spPr>
                <a:xfrm>
                  <a:off x="4161244" y="303507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25" y="43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8"/>
                <p:cNvSpPr/>
                <p:nvPr/>
              </p:nvSpPr>
              <p:spPr>
                <a:xfrm>
                  <a:off x="4161244" y="2810340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8"/>
                <p:cNvSpPr/>
                <p:nvPr/>
              </p:nvSpPr>
              <p:spPr>
                <a:xfrm>
                  <a:off x="4161244" y="3146872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25" y="448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8"/>
                <p:cNvSpPr/>
                <p:nvPr/>
              </p:nvSpPr>
              <p:spPr>
                <a:xfrm>
                  <a:off x="4761060" y="123191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8"/>
                <p:cNvSpPr/>
                <p:nvPr/>
              </p:nvSpPr>
              <p:spPr>
                <a:xfrm>
                  <a:off x="4761060" y="134371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8"/>
                <p:cNvSpPr/>
                <p:nvPr/>
              </p:nvSpPr>
              <p:spPr>
                <a:xfrm>
                  <a:off x="4761060" y="1003338"/>
                  <a:ext cx="14342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65" extrusionOk="0">
                      <a:moveTo>
                        <a:pt x="1" y="1"/>
                      </a:moveTo>
                      <a:lnTo>
                        <a:pt x="1" y="27"/>
                      </a:lnTo>
                      <a:lnTo>
                        <a:pt x="1" y="436"/>
                      </a:lnTo>
                      <a:lnTo>
                        <a:pt x="1" y="465"/>
                      </a:lnTo>
                      <a:lnTo>
                        <a:pt x="112" y="465"/>
                      </a:lnTo>
                      <a:lnTo>
                        <a:pt x="112" y="436"/>
                      </a:lnTo>
                      <a:lnTo>
                        <a:pt x="112" y="27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8"/>
                <p:cNvSpPr/>
                <p:nvPr/>
              </p:nvSpPr>
              <p:spPr>
                <a:xfrm>
                  <a:off x="4761060" y="1118460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8"/>
                <p:cNvSpPr/>
                <p:nvPr/>
              </p:nvSpPr>
              <p:spPr>
                <a:xfrm>
                  <a:off x="4761060" y="202010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8" name="Google Shape;2048;p28"/>
                <p:cNvSpPr/>
                <p:nvPr/>
              </p:nvSpPr>
              <p:spPr>
                <a:xfrm>
                  <a:off x="4761060" y="2131898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9" name="Google Shape;2049;p28"/>
                <p:cNvSpPr/>
                <p:nvPr/>
              </p:nvSpPr>
              <p:spPr>
                <a:xfrm>
                  <a:off x="4761060" y="1456657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8"/>
                <p:cNvSpPr/>
                <p:nvPr/>
              </p:nvSpPr>
              <p:spPr>
                <a:xfrm>
                  <a:off x="4761060" y="224522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8"/>
                <p:cNvSpPr/>
                <p:nvPr/>
              </p:nvSpPr>
              <p:spPr>
                <a:xfrm>
                  <a:off x="4761060" y="157011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8"/>
                <p:cNvSpPr/>
                <p:nvPr/>
              </p:nvSpPr>
              <p:spPr>
                <a:xfrm>
                  <a:off x="4761060" y="168190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8"/>
                <p:cNvSpPr/>
                <p:nvPr/>
              </p:nvSpPr>
              <p:spPr>
                <a:xfrm>
                  <a:off x="4761060" y="1906647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8"/>
                <p:cNvSpPr/>
                <p:nvPr/>
              </p:nvSpPr>
              <p:spPr>
                <a:xfrm>
                  <a:off x="4761060" y="179536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8"/>
                <p:cNvSpPr/>
                <p:nvPr/>
              </p:nvSpPr>
              <p:spPr>
                <a:xfrm>
                  <a:off x="4761060" y="32860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8"/>
                <p:cNvSpPr/>
                <p:nvPr/>
              </p:nvSpPr>
              <p:spPr>
                <a:xfrm>
                  <a:off x="4761060" y="440018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8"/>
                <p:cNvSpPr/>
                <p:nvPr/>
              </p:nvSpPr>
              <p:spPr>
                <a:xfrm>
                  <a:off x="4761060" y="101822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8"/>
                <p:cNvSpPr/>
                <p:nvPr/>
              </p:nvSpPr>
              <p:spPr>
                <a:xfrm>
                  <a:off x="4761060" y="21515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9" name="Google Shape;2059;p28"/>
                <p:cNvSpPr/>
                <p:nvPr/>
              </p:nvSpPr>
              <p:spPr>
                <a:xfrm>
                  <a:off x="4761060" y="55347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0" name="Google Shape;2060;p28"/>
                <p:cNvSpPr/>
                <p:nvPr/>
              </p:nvSpPr>
              <p:spPr>
                <a:xfrm>
                  <a:off x="4761060" y="66514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12" y="44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1" name="Google Shape;2061;p28"/>
                <p:cNvSpPr/>
                <p:nvPr/>
              </p:nvSpPr>
              <p:spPr>
                <a:xfrm>
                  <a:off x="4761060" y="77859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2" name="Google Shape;2062;p28"/>
                <p:cNvSpPr/>
                <p:nvPr/>
              </p:nvSpPr>
              <p:spPr>
                <a:xfrm>
                  <a:off x="4761060" y="889880"/>
                  <a:ext cx="14342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3" name="Google Shape;2063;p28"/>
                <p:cNvSpPr/>
                <p:nvPr/>
              </p:nvSpPr>
              <p:spPr>
                <a:xfrm>
                  <a:off x="4761060" y="292174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4" name="Google Shape;2064;p28"/>
                <p:cNvSpPr/>
                <p:nvPr/>
              </p:nvSpPr>
              <p:spPr>
                <a:xfrm>
                  <a:off x="4761060" y="235868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5" name="Google Shape;2065;p28"/>
                <p:cNvSpPr/>
                <p:nvPr/>
              </p:nvSpPr>
              <p:spPr>
                <a:xfrm>
                  <a:off x="4761060" y="2470094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0"/>
                      </a:moveTo>
                      <a:lnTo>
                        <a:pt x="1" y="451"/>
                      </a:lnTo>
                      <a:lnTo>
                        <a:pt x="112" y="451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6" name="Google Shape;2066;p28"/>
                <p:cNvSpPr/>
                <p:nvPr/>
              </p:nvSpPr>
              <p:spPr>
                <a:xfrm>
                  <a:off x="4761060" y="2583424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7" name="Google Shape;2067;p28"/>
                <p:cNvSpPr/>
                <p:nvPr/>
              </p:nvSpPr>
              <p:spPr>
                <a:xfrm>
                  <a:off x="4761060" y="3368281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42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8" name="Google Shape;2068;p28"/>
                <p:cNvSpPr/>
                <p:nvPr/>
              </p:nvSpPr>
              <p:spPr>
                <a:xfrm>
                  <a:off x="4485739" y="3710319"/>
                  <a:ext cx="59547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177" extrusionOk="0">
                      <a:moveTo>
                        <a:pt x="435" y="0"/>
                      </a:moveTo>
                      <a:cubicBezTo>
                        <a:pt x="288" y="26"/>
                        <a:pt x="150" y="52"/>
                        <a:pt x="0" y="69"/>
                      </a:cubicBezTo>
                      <a:lnTo>
                        <a:pt x="13" y="177"/>
                      </a:lnTo>
                      <a:cubicBezTo>
                        <a:pt x="163" y="164"/>
                        <a:pt x="314" y="134"/>
                        <a:pt x="464" y="108"/>
                      </a:cubicBezTo>
                      <a:lnTo>
                        <a:pt x="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9" name="Google Shape;2069;p28"/>
                <p:cNvSpPr/>
                <p:nvPr/>
              </p:nvSpPr>
              <p:spPr>
                <a:xfrm>
                  <a:off x="4761060" y="269688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0" name="Google Shape;2070;p28"/>
                <p:cNvSpPr/>
                <p:nvPr/>
              </p:nvSpPr>
              <p:spPr>
                <a:xfrm>
                  <a:off x="4740187" y="3480074"/>
                  <a:ext cx="29837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49" extrusionOk="0">
                      <a:moveTo>
                        <a:pt x="125" y="0"/>
                      </a:moveTo>
                      <a:cubicBezTo>
                        <a:pt x="98" y="134"/>
                        <a:pt x="56" y="272"/>
                        <a:pt x="0" y="409"/>
                      </a:cubicBezTo>
                      <a:lnTo>
                        <a:pt x="98" y="448"/>
                      </a:lnTo>
                      <a:cubicBezTo>
                        <a:pt x="151" y="314"/>
                        <a:pt x="206" y="164"/>
                        <a:pt x="232" y="13"/>
                      </a:cubicBez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1" name="Google Shape;2071;p28"/>
                <p:cNvSpPr/>
                <p:nvPr/>
              </p:nvSpPr>
              <p:spPr>
                <a:xfrm>
                  <a:off x="4592025" y="3662938"/>
                  <a:ext cx="56217" cy="42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28" extrusionOk="0">
                      <a:moveTo>
                        <a:pt x="370" y="1"/>
                      </a:moveTo>
                      <a:cubicBezTo>
                        <a:pt x="259" y="83"/>
                        <a:pt x="138" y="164"/>
                        <a:pt x="0" y="220"/>
                      </a:cubicBezTo>
                      <a:lnTo>
                        <a:pt x="56" y="328"/>
                      </a:lnTo>
                      <a:cubicBezTo>
                        <a:pt x="193" y="259"/>
                        <a:pt x="314" y="177"/>
                        <a:pt x="438" y="96"/>
                      </a:cubicBezTo>
                      <a:lnTo>
                        <a:pt x="37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2" name="Google Shape;2072;p28"/>
                <p:cNvSpPr/>
                <p:nvPr/>
              </p:nvSpPr>
              <p:spPr>
                <a:xfrm>
                  <a:off x="4681153" y="3580982"/>
                  <a:ext cx="45332" cy="52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09" extrusionOk="0">
                      <a:moveTo>
                        <a:pt x="259" y="0"/>
                      </a:moveTo>
                      <a:cubicBezTo>
                        <a:pt x="190" y="124"/>
                        <a:pt x="95" y="232"/>
                        <a:pt x="1" y="343"/>
                      </a:cubicBezTo>
                      <a:lnTo>
                        <a:pt x="82" y="409"/>
                      </a:lnTo>
                      <a:cubicBezTo>
                        <a:pt x="177" y="301"/>
                        <a:pt x="272" y="180"/>
                        <a:pt x="354" y="56"/>
                      </a:cubicBez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3" name="Google Shape;2073;p28"/>
                <p:cNvSpPr/>
                <p:nvPr/>
              </p:nvSpPr>
              <p:spPr>
                <a:xfrm>
                  <a:off x="4761060" y="326032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4" name="Google Shape;2074;p28"/>
                <p:cNvSpPr/>
                <p:nvPr/>
              </p:nvSpPr>
              <p:spPr>
                <a:xfrm>
                  <a:off x="4761060" y="303507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5" name="Google Shape;2075;p28"/>
                <p:cNvSpPr/>
                <p:nvPr/>
              </p:nvSpPr>
              <p:spPr>
                <a:xfrm>
                  <a:off x="4761060" y="280867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6" name="Google Shape;2076;p28"/>
                <p:cNvSpPr/>
                <p:nvPr/>
              </p:nvSpPr>
              <p:spPr>
                <a:xfrm>
                  <a:off x="4761060" y="3146872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77" name="Google Shape;2077;p28"/>
            <p:cNvGrpSpPr/>
            <p:nvPr/>
          </p:nvGrpSpPr>
          <p:grpSpPr>
            <a:xfrm>
              <a:off x="713181" y="3935229"/>
              <a:ext cx="6382937" cy="1623549"/>
              <a:chOff x="713181" y="3935229"/>
              <a:chExt cx="6382937" cy="1623549"/>
            </a:xfrm>
          </p:grpSpPr>
          <p:sp>
            <p:nvSpPr>
              <p:cNvPr id="2078" name="Google Shape;2078;p28"/>
              <p:cNvSpPr/>
              <p:nvPr/>
            </p:nvSpPr>
            <p:spPr>
              <a:xfrm rot="5400000" flipH="1">
                <a:off x="3092875" y="1555535"/>
                <a:ext cx="1623549" cy="6382937"/>
              </a:xfrm>
              <a:custGeom>
                <a:avLst/>
                <a:gdLst/>
                <a:ahLst/>
                <a:cxnLst/>
                <a:rect l="l" t="t" r="r" b="b"/>
                <a:pathLst>
                  <a:path w="12220" h="44059" extrusionOk="0">
                    <a:moveTo>
                      <a:pt x="9359" y="0"/>
                    </a:moveTo>
                    <a:lnTo>
                      <a:pt x="9359" y="18593"/>
                    </a:lnTo>
                    <a:lnTo>
                      <a:pt x="9359" y="27156"/>
                    </a:lnTo>
                    <a:cubicBezTo>
                      <a:pt x="9359" y="27621"/>
                      <a:pt x="9003" y="28003"/>
                      <a:pt x="8568" y="28055"/>
                    </a:cubicBezTo>
                    <a:lnTo>
                      <a:pt x="8444" y="28055"/>
                    </a:lnTo>
                    <a:cubicBezTo>
                      <a:pt x="7940" y="28055"/>
                      <a:pt x="7532" y="27647"/>
                      <a:pt x="7532" y="27156"/>
                    </a:cubicBezTo>
                    <a:lnTo>
                      <a:pt x="7532" y="18168"/>
                    </a:lnTo>
                    <a:cubicBezTo>
                      <a:pt x="7532" y="16099"/>
                      <a:pt x="5845" y="14409"/>
                      <a:pt x="3773" y="14409"/>
                    </a:cubicBezTo>
                    <a:cubicBezTo>
                      <a:pt x="1704" y="14409"/>
                      <a:pt x="1" y="16099"/>
                      <a:pt x="1" y="18168"/>
                    </a:cubicBezTo>
                    <a:lnTo>
                      <a:pt x="1" y="30141"/>
                    </a:lnTo>
                    <a:lnTo>
                      <a:pt x="1" y="44059"/>
                    </a:lnTo>
                    <a:lnTo>
                      <a:pt x="2861" y="44059"/>
                    </a:lnTo>
                    <a:lnTo>
                      <a:pt x="2861" y="29065"/>
                    </a:lnTo>
                    <a:lnTo>
                      <a:pt x="2861" y="18168"/>
                    </a:lnTo>
                    <a:cubicBezTo>
                      <a:pt x="2861" y="17677"/>
                      <a:pt x="3270" y="17269"/>
                      <a:pt x="3773" y="17269"/>
                    </a:cubicBezTo>
                    <a:cubicBezTo>
                      <a:pt x="4276" y="17269"/>
                      <a:pt x="4685" y="17677"/>
                      <a:pt x="4685" y="18168"/>
                    </a:cubicBezTo>
                    <a:lnTo>
                      <a:pt x="4685" y="27156"/>
                    </a:lnTo>
                    <a:cubicBezTo>
                      <a:pt x="4685" y="29186"/>
                      <a:pt x="6306" y="30863"/>
                      <a:pt x="8336" y="30915"/>
                    </a:cubicBezTo>
                    <a:cubicBezTo>
                      <a:pt x="8378" y="30915"/>
                      <a:pt x="8405" y="30932"/>
                      <a:pt x="8444" y="30932"/>
                    </a:cubicBezTo>
                    <a:cubicBezTo>
                      <a:pt x="10529" y="30932"/>
                      <a:pt x="12219" y="29229"/>
                      <a:pt x="12219" y="27156"/>
                    </a:cubicBezTo>
                    <a:lnTo>
                      <a:pt x="12219" y="18619"/>
                    </a:lnTo>
                    <a:lnTo>
                      <a:pt x="1221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dist="57150" dir="6300000" algn="bl" rotWithShape="0">
                  <a:schemeClr val="dk1">
                    <a:alpha val="3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79" name="Google Shape;2079;p28"/>
              <p:cNvGrpSpPr/>
              <p:nvPr/>
            </p:nvGrpSpPr>
            <p:grpSpPr>
              <a:xfrm rot="5400000" flipH="1">
                <a:off x="3392071" y="1847512"/>
                <a:ext cx="1257637" cy="5799004"/>
                <a:chOff x="3563222" y="101822"/>
                <a:chExt cx="1212180" cy="5125965"/>
              </a:xfrm>
            </p:grpSpPr>
            <p:sp>
              <p:nvSpPr>
                <p:cNvPr id="2080" name="Google Shape;2080;p28"/>
                <p:cNvSpPr/>
                <p:nvPr/>
              </p:nvSpPr>
              <p:spPr>
                <a:xfrm>
                  <a:off x="3563222" y="4946702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1" name="Google Shape;2081;p28"/>
                <p:cNvSpPr/>
                <p:nvPr/>
              </p:nvSpPr>
              <p:spPr>
                <a:xfrm>
                  <a:off x="3563222" y="50601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2" name="Google Shape;2082;p28"/>
                <p:cNvSpPr/>
                <p:nvPr/>
              </p:nvSpPr>
              <p:spPr>
                <a:xfrm>
                  <a:off x="3563222" y="4833244"/>
                  <a:ext cx="13830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3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3" name="Google Shape;2083;p28"/>
                <p:cNvSpPr/>
                <p:nvPr/>
              </p:nvSpPr>
              <p:spPr>
                <a:xfrm>
                  <a:off x="3563222" y="5171569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4" name="Google Shape;2084;p28"/>
                <p:cNvSpPr/>
                <p:nvPr/>
              </p:nvSpPr>
              <p:spPr>
                <a:xfrm>
                  <a:off x="3563222" y="4043522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5" name="Google Shape;2085;p28"/>
                <p:cNvSpPr/>
                <p:nvPr/>
              </p:nvSpPr>
              <p:spPr>
                <a:xfrm>
                  <a:off x="3563222" y="415480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6" name="Google Shape;2086;p28"/>
                <p:cNvSpPr/>
                <p:nvPr/>
              </p:nvSpPr>
              <p:spPr>
                <a:xfrm>
                  <a:off x="3563222" y="381827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7" name="Google Shape;2087;p28"/>
                <p:cNvSpPr/>
                <p:nvPr/>
              </p:nvSpPr>
              <p:spPr>
                <a:xfrm>
                  <a:off x="3563222" y="3930064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8" name="Google Shape;2088;p28"/>
                <p:cNvSpPr/>
                <p:nvPr/>
              </p:nvSpPr>
              <p:spPr>
                <a:xfrm>
                  <a:off x="3563222" y="42682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9" name="Google Shape;2089;p28"/>
                <p:cNvSpPr/>
                <p:nvPr/>
              </p:nvSpPr>
              <p:spPr>
                <a:xfrm>
                  <a:off x="3563222" y="4380053"/>
                  <a:ext cx="13830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8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0" name="Google Shape;2090;p28"/>
                <p:cNvSpPr/>
                <p:nvPr/>
              </p:nvSpPr>
              <p:spPr>
                <a:xfrm>
                  <a:off x="3563222" y="449338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1" name="Google Shape;2091;p28"/>
                <p:cNvSpPr/>
                <p:nvPr/>
              </p:nvSpPr>
              <p:spPr>
                <a:xfrm>
                  <a:off x="3563222" y="4718250"/>
                  <a:ext cx="13830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65" extrusionOk="0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0" y="435"/>
                      </a:lnTo>
                      <a:lnTo>
                        <a:pt x="0" y="464"/>
                      </a:lnTo>
                      <a:lnTo>
                        <a:pt x="108" y="464"/>
                      </a:lnTo>
                      <a:lnTo>
                        <a:pt x="108" y="435"/>
                      </a:lnTo>
                      <a:lnTo>
                        <a:pt x="108" y="26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2" name="Google Shape;2092;p28"/>
                <p:cNvSpPr/>
                <p:nvPr/>
              </p:nvSpPr>
              <p:spPr>
                <a:xfrm>
                  <a:off x="3563222" y="4606457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3" name="Google Shape;2093;p28"/>
                <p:cNvSpPr/>
                <p:nvPr/>
              </p:nvSpPr>
              <p:spPr>
                <a:xfrm>
                  <a:off x="3746086" y="1978230"/>
                  <a:ext cx="57882" cy="31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46" extrusionOk="0">
                      <a:moveTo>
                        <a:pt x="438" y="0"/>
                      </a:moveTo>
                      <a:cubicBezTo>
                        <a:pt x="288" y="43"/>
                        <a:pt x="138" y="82"/>
                        <a:pt x="0" y="151"/>
                      </a:cubicBezTo>
                      <a:lnTo>
                        <a:pt x="43" y="246"/>
                      </a:lnTo>
                      <a:cubicBezTo>
                        <a:pt x="180" y="193"/>
                        <a:pt x="314" y="151"/>
                        <a:pt x="451" y="112"/>
                      </a:cubicBezTo>
                      <a:lnTo>
                        <a:pt x="43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4" name="Google Shape;2094;p28"/>
                <p:cNvSpPr/>
                <p:nvPr/>
              </p:nvSpPr>
              <p:spPr>
                <a:xfrm>
                  <a:off x="3563222" y="266384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5" name="Google Shape;2095;p28"/>
                <p:cNvSpPr/>
                <p:nvPr/>
              </p:nvSpPr>
              <p:spPr>
                <a:xfrm>
                  <a:off x="3563222" y="277730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6" name="Google Shape;2096;p28"/>
                <p:cNvSpPr/>
                <p:nvPr/>
              </p:nvSpPr>
              <p:spPr>
                <a:xfrm>
                  <a:off x="3563222" y="2438721"/>
                  <a:ext cx="13830" cy="56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8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7" name="Google Shape;2097;p28"/>
                <p:cNvSpPr/>
                <p:nvPr/>
              </p:nvSpPr>
              <p:spPr>
                <a:xfrm>
                  <a:off x="3587424" y="2107567"/>
                  <a:ext cx="40338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" h="436" extrusionOk="0">
                      <a:moveTo>
                        <a:pt x="220" y="1"/>
                      </a:moveTo>
                      <a:cubicBezTo>
                        <a:pt x="138" y="121"/>
                        <a:pt x="69" y="259"/>
                        <a:pt x="1" y="393"/>
                      </a:cubicBezTo>
                      <a:lnTo>
                        <a:pt x="112" y="435"/>
                      </a:lnTo>
                      <a:cubicBezTo>
                        <a:pt x="164" y="298"/>
                        <a:pt x="233" y="177"/>
                        <a:pt x="314" y="53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8" name="Google Shape;2098;p28"/>
                <p:cNvSpPr/>
                <p:nvPr/>
              </p:nvSpPr>
              <p:spPr>
                <a:xfrm>
                  <a:off x="3563222" y="2325263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1"/>
                      </a:lnTo>
                      <a:lnTo>
                        <a:pt x="108" y="4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9" name="Google Shape;2099;p28"/>
                <p:cNvSpPr/>
                <p:nvPr/>
              </p:nvSpPr>
              <p:spPr>
                <a:xfrm>
                  <a:off x="3651837" y="2025483"/>
                  <a:ext cx="52504" cy="4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" h="367" extrusionOk="0">
                      <a:moveTo>
                        <a:pt x="344" y="1"/>
                      </a:moveTo>
                      <a:cubicBezTo>
                        <a:pt x="220" y="83"/>
                        <a:pt x="112" y="177"/>
                        <a:pt x="1" y="285"/>
                      </a:cubicBezTo>
                      <a:lnTo>
                        <a:pt x="83" y="367"/>
                      </a:lnTo>
                      <a:cubicBezTo>
                        <a:pt x="181" y="259"/>
                        <a:pt x="289" y="177"/>
                        <a:pt x="410" y="96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0" name="Google Shape;2100;p28"/>
                <p:cNvSpPr/>
                <p:nvPr/>
              </p:nvSpPr>
              <p:spPr>
                <a:xfrm>
                  <a:off x="3563222" y="2212189"/>
                  <a:ext cx="21001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" h="449" extrusionOk="0">
                      <a:moveTo>
                        <a:pt x="56" y="1"/>
                      </a:moveTo>
                      <a:cubicBezTo>
                        <a:pt x="26" y="148"/>
                        <a:pt x="13" y="298"/>
                        <a:pt x="0" y="448"/>
                      </a:cubicBezTo>
                      <a:lnTo>
                        <a:pt x="121" y="448"/>
                      </a:lnTo>
                      <a:cubicBezTo>
                        <a:pt x="121" y="311"/>
                        <a:pt x="137" y="164"/>
                        <a:pt x="163" y="27"/>
                      </a:cubicBez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1" name="Google Shape;2101;p28"/>
                <p:cNvSpPr/>
                <p:nvPr/>
              </p:nvSpPr>
              <p:spPr>
                <a:xfrm>
                  <a:off x="3563222" y="2550386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1"/>
                      </a:moveTo>
                      <a:lnTo>
                        <a:pt x="0" y="449"/>
                      </a:lnTo>
                      <a:lnTo>
                        <a:pt x="108" y="44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2" name="Google Shape;2102;p28"/>
                <p:cNvSpPr/>
                <p:nvPr/>
              </p:nvSpPr>
              <p:spPr>
                <a:xfrm>
                  <a:off x="3563222" y="345203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3" name="Google Shape;2103;p28"/>
                <p:cNvSpPr/>
                <p:nvPr/>
              </p:nvSpPr>
              <p:spPr>
                <a:xfrm>
                  <a:off x="3563222" y="3565488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4" name="Google Shape;2104;p28"/>
                <p:cNvSpPr/>
                <p:nvPr/>
              </p:nvSpPr>
              <p:spPr>
                <a:xfrm>
                  <a:off x="3563222" y="2888582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1"/>
                      </a:moveTo>
                      <a:lnTo>
                        <a:pt x="0" y="439"/>
                      </a:lnTo>
                      <a:lnTo>
                        <a:pt x="108" y="43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5" name="Google Shape;2105;p28"/>
                <p:cNvSpPr/>
                <p:nvPr/>
              </p:nvSpPr>
              <p:spPr>
                <a:xfrm>
                  <a:off x="3563222" y="3790226"/>
                  <a:ext cx="13830" cy="19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51" extrusionOk="0">
                      <a:moveTo>
                        <a:pt x="0" y="0"/>
                      </a:moveTo>
                      <a:lnTo>
                        <a:pt x="0" y="151"/>
                      </a:lnTo>
                      <a:lnTo>
                        <a:pt x="108" y="1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6" name="Google Shape;2106;p28"/>
                <p:cNvSpPr/>
                <p:nvPr/>
              </p:nvSpPr>
              <p:spPr>
                <a:xfrm>
                  <a:off x="3563222" y="367715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7" name="Google Shape;2107;p28"/>
                <p:cNvSpPr/>
                <p:nvPr/>
              </p:nvSpPr>
              <p:spPr>
                <a:xfrm>
                  <a:off x="3563222" y="300204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8" name="Google Shape;2108;p28"/>
                <p:cNvSpPr/>
                <p:nvPr/>
              </p:nvSpPr>
              <p:spPr>
                <a:xfrm>
                  <a:off x="3563222" y="3113833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9" name="Google Shape;2109;p28"/>
                <p:cNvSpPr/>
                <p:nvPr/>
              </p:nvSpPr>
              <p:spPr>
                <a:xfrm>
                  <a:off x="3563222" y="333857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0" name="Google Shape;2110;p28"/>
                <p:cNvSpPr/>
                <p:nvPr/>
              </p:nvSpPr>
              <p:spPr>
                <a:xfrm>
                  <a:off x="3563222" y="3227291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1" name="Google Shape;2111;p28"/>
                <p:cNvSpPr/>
                <p:nvPr/>
              </p:nvSpPr>
              <p:spPr>
                <a:xfrm>
                  <a:off x="4161244" y="292174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2" name="Google Shape;2112;p28"/>
                <p:cNvSpPr/>
                <p:nvPr/>
              </p:nvSpPr>
              <p:spPr>
                <a:xfrm>
                  <a:off x="4161244" y="2358685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3" name="Google Shape;2113;p28"/>
                <p:cNvSpPr/>
                <p:nvPr/>
              </p:nvSpPr>
              <p:spPr>
                <a:xfrm>
                  <a:off x="4161244" y="247175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4" name="Google Shape;2114;p28"/>
                <p:cNvSpPr/>
                <p:nvPr/>
              </p:nvSpPr>
              <p:spPr>
                <a:xfrm>
                  <a:off x="4161244" y="2583424"/>
                  <a:ext cx="16135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25" y="452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5" name="Google Shape;2115;p28"/>
                <p:cNvSpPr/>
                <p:nvPr/>
              </p:nvSpPr>
              <p:spPr>
                <a:xfrm>
                  <a:off x="4161244" y="3373787"/>
                  <a:ext cx="16135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5" extrusionOk="0">
                      <a:moveTo>
                        <a:pt x="1" y="0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422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6" name="Google Shape;2116;p28"/>
                <p:cNvSpPr/>
                <p:nvPr/>
              </p:nvSpPr>
              <p:spPr>
                <a:xfrm>
                  <a:off x="4393154" y="3710319"/>
                  <a:ext cx="57882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77" extrusionOk="0">
                      <a:moveTo>
                        <a:pt x="30" y="0"/>
                      </a:moveTo>
                      <a:lnTo>
                        <a:pt x="1" y="108"/>
                      </a:lnTo>
                      <a:cubicBezTo>
                        <a:pt x="138" y="151"/>
                        <a:pt x="288" y="177"/>
                        <a:pt x="439" y="177"/>
                      </a:cubicBezTo>
                      <a:lnTo>
                        <a:pt x="452" y="69"/>
                      </a:lnTo>
                      <a:cubicBezTo>
                        <a:pt x="301" y="52"/>
                        <a:pt x="164" y="39"/>
                        <a:pt x="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7" name="Google Shape;2117;p28"/>
                <p:cNvSpPr/>
                <p:nvPr/>
              </p:nvSpPr>
              <p:spPr>
                <a:xfrm>
                  <a:off x="4161244" y="2696882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8" name="Google Shape;2118;p28"/>
                <p:cNvSpPr/>
                <p:nvPr/>
              </p:nvSpPr>
              <p:spPr>
                <a:xfrm>
                  <a:off x="4168415" y="3483403"/>
                  <a:ext cx="2983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52" extrusionOk="0">
                      <a:moveTo>
                        <a:pt x="108" y="1"/>
                      </a:moveTo>
                      <a:lnTo>
                        <a:pt x="0" y="27"/>
                      </a:lnTo>
                      <a:cubicBezTo>
                        <a:pt x="27" y="164"/>
                        <a:pt x="69" y="314"/>
                        <a:pt x="121" y="452"/>
                      </a:cubicBezTo>
                      <a:lnTo>
                        <a:pt x="233" y="409"/>
                      </a:lnTo>
                      <a:cubicBezTo>
                        <a:pt x="177" y="288"/>
                        <a:pt x="134" y="138"/>
                        <a:pt x="10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9" name="Google Shape;2119;p28"/>
                <p:cNvSpPr/>
                <p:nvPr/>
              </p:nvSpPr>
              <p:spPr>
                <a:xfrm>
                  <a:off x="4288532" y="3664603"/>
                  <a:ext cx="56217" cy="4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15" extrusionOk="0">
                      <a:moveTo>
                        <a:pt x="69" y="1"/>
                      </a:moveTo>
                      <a:lnTo>
                        <a:pt x="1" y="83"/>
                      </a:lnTo>
                      <a:cubicBezTo>
                        <a:pt x="125" y="181"/>
                        <a:pt x="259" y="246"/>
                        <a:pt x="396" y="315"/>
                      </a:cubicBezTo>
                      <a:lnTo>
                        <a:pt x="439" y="220"/>
                      </a:lnTo>
                      <a:cubicBezTo>
                        <a:pt x="314" y="151"/>
                        <a:pt x="193" y="83"/>
                        <a:pt x="6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0" name="Google Shape;2120;p28"/>
                <p:cNvSpPr/>
                <p:nvPr/>
              </p:nvSpPr>
              <p:spPr>
                <a:xfrm>
                  <a:off x="4210290" y="3584696"/>
                  <a:ext cx="45332" cy="54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23" extrusionOk="0">
                      <a:moveTo>
                        <a:pt x="95" y="1"/>
                      </a:moveTo>
                      <a:lnTo>
                        <a:pt x="0" y="69"/>
                      </a:lnTo>
                      <a:cubicBezTo>
                        <a:pt x="82" y="190"/>
                        <a:pt x="177" y="314"/>
                        <a:pt x="285" y="422"/>
                      </a:cubicBezTo>
                      <a:lnTo>
                        <a:pt x="353" y="341"/>
                      </a:lnTo>
                      <a:cubicBezTo>
                        <a:pt x="259" y="233"/>
                        <a:pt x="177" y="122"/>
                        <a:pt x="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1" name="Google Shape;2121;p28"/>
                <p:cNvSpPr/>
                <p:nvPr/>
              </p:nvSpPr>
              <p:spPr>
                <a:xfrm>
                  <a:off x="3857879" y="1971571"/>
                  <a:ext cx="57882" cy="17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35" extrusionOk="0">
                      <a:moveTo>
                        <a:pt x="0" y="0"/>
                      </a:moveTo>
                      <a:lnTo>
                        <a:pt x="13" y="108"/>
                      </a:lnTo>
                      <a:lnTo>
                        <a:pt x="95" y="108"/>
                      </a:lnTo>
                      <a:cubicBezTo>
                        <a:pt x="206" y="108"/>
                        <a:pt x="327" y="121"/>
                        <a:pt x="435" y="134"/>
                      </a:cubicBezTo>
                      <a:lnTo>
                        <a:pt x="451" y="26"/>
                      </a:lnTo>
                      <a:cubicBezTo>
                        <a:pt x="340" y="13"/>
                        <a:pt x="219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2" name="Google Shape;2122;p28"/>
                <p:cNvSpPr/>
                <p:nvPr/>
              </p:nvSpPr>
              <p:spPr>
                <a:xfrm>
                  <a:off x="4161244" y="2245228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09" y="1"/>
                      </a:moveTo>
                      <a:lnTo>
                        <a:pt x="1" y="14"/>
                      </a:lnTo>
                      <a:lnTo>
                        <a:pt x="1" y="259"/>
                      </a:ln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259"/>
                      </a:lnTo>
                      <a:cubicBezTo>
                        <a:pt x="125" y="164"/>
                        <a:pt x="109" y="83"/>
                        <a:pt x="10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3" name="Google Shape;2123;p28"/>
                <p:cNvSpPr/>
                <p:nvPr/>
              </p:nvSpPr>
              <p:spPr>
                <a:xfrm>
                  <a:off x="4129870" y="2135227"/>
                  <a:ext cx="3316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452" extrusionOk="0">
                      <a:moveTo>
                        <a:pt x="96" y="0"/>
                      </a:moveTo>
                      <a:lnTo>
                        <a:pt x="1" y="56"/>
                      </a:lnTo>
                      <a:cubicBezTo>
                        <a:pt x="56" y="177"/>
                        <a:pt x="109" y="314"/>
                        <a:pt x="151" y="451"/>
                      </a:cubicBezTo>
                      <a:lnTo>
                        <a:pt x="259" y="422"/>
                      </a:lnTo>
                      <a:cubicBezTo>
                        <a:pt x="220" y="275"/>
                        <a:pt x="164" y="138"/>
                        <a:pt x="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4" name="Google Shape;2124;p28"/>
                <p:cNvSpPr/>
                <p:nvPr/>
              </p:nvSpPr>
              <p:spPr>
                <a:xfrm>
                  <a:off x="4062129" y="2046484"/>
                  <a:ext cx="48662" cy="50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396" extrusionOk="0">
                      <a:moveTo>
                        <a:pt x="66" y="0"/>
                      </a:moveTo>
                      <a:lnTo>
                        <a:pt x="0" y="82"/>
                      </a:lnTo>
                      <a:cubicBezTo>
                        <a:pt x="108" y="177"/>
                        <a:pt x="203" y="285"/>
                        <a:pt x="285" y="396"/>
                      </a:cubicBezTo>
                      <a:lnTo>
                        <a:pt x="379" y="327"/>
                      </a:lnTo>
                      <a:cubicBezTo>
                        <a:pt x="285" y="203"/>
                        <a:pt x="177" y="95"/>
                        <a:pt x="6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5" name="Google Shape;2125;p28"/>
                <p:cNvSpPr/>
                <p:nvPr/>
              </p:nvSpPr>
              <p:spPr>
                <a:xfrm>
                  <a:off x="3965830" y="1988731"/>
                  <a:ext cx="57882" cy="36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88" extrusionOk="0">
                      <a:moveTo>
                        <a:pt x="43" y="0"/>
                      </a:moveTo>
                      <a:lnTo>
                        <a:pt x="0" y="95"/>
                      </a:lnTo>
                      <a:cubicBezTo>
                        <a:pt x="138" y="151"/>
                        <a:pt x="275" y="206"/>
                        <a:pt x="396" y="288"/>
                      </a:cubicBezTo>
                      <a:lnTo>
                        <a:pt x="452" y="193"/>
                      </a:lnTo>
                      <a:cubicBezTo>
                        <a:pt x="327" y="111"/>
                        <a:pt x="193" y="56"/>
                        <a:pt x="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6" name="Google Shape;2126;p28"/>
                <p:cNvSpPr/>
                <p:nvPr/>
              </p:nvSpPr>
              <p:spPr>
                <a:xfrm>
                  <a:off x="4161244" y="3260329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7" name="Google Shape;2127;p28"/>
                <p:cNvSpPr/>
                <p:nvPr/>
              </p:nvSpPr>
              <p:spPr>
                <a:xfrm>
                  <a:off x="4161244" y="303507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25" y="43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8" name="Google Shape;2128;p28"/>
                <p:cNvSpPr/>
                <p:nvPr/>
              </p:nvSpPr>
              <p:spPr>
                <a:xfrm>
                  <a:off x="4161244" y="2810340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9" name="Google Shape;2129;p28"/>
                <p:cNvSpPr/>
                <p:nvPr/>
              </p:nvSpPr>
              <p:spPr>
                <a:xfrm>
                  <a:off x="4161244" y="3146872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25" y="448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0" name="Google Shape;2130;p28"/>
                <p:cNvSpPr/>
                <p:nvPr/>
              </p:nvSpPr>
              <p:spPr>
                <a:xfrm>
                  <a:off x="4761060" y="123191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1" name="Google Shape;2131;p28"/>
                <p:cNvSpPr/>
                <p:nvPr/>
              </p:nvSpPr>
              <p:spPr>
                <a:xfrm>
                  <a:off x="4761060" y="134371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2" name="Google Shape;2132;p28"/>
                <p:cNvSpPr/>
                <p:nvPr/>
              </p:nvSpPr>
              <p:spPr>
                <a:xfrm>
                  <a:off x="4761060" y="1003338"/>
                  <a:ext cx="14342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65" extrusionOk="0">
                      <a:moveTo>
                        <a:pt x="1" y="1"/>
                      </a:moveTo>
                      <a:lnTo>
                        <a:pt x="1" y="27"/>
                      </a:lnTo>
                      <a:lnTo>
                        <a:pt x="1" y="436"/>
                      </a:lnTo>
                      <a:lnTo>
                        <a:pt x="1" y="465"/>
                      </a:lnTo>
                      <a:lnTo>
                        <a:pt x="112" y="465"/>
                      </a:lnTo>
                      <a:lnTo>
                        <a:pt x="112" y="436"/>
                      </a:lnTo>
                      <a:lnTo>
                        <a:pt x="112" y="27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3" name="Google Shape;2133;p28"/>
                <p:cNvSpPr/>
                <p:nvPr/>
              </p:nvSpPr>
              <p:spPr>
                <a:xfrm>
                  <a:off x="4761060" y="1118460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4" name="Google Shape;2134;p28"/>
                <p:cNvSpPr/>
                <p:nvPr/>
              </p:nvSpPr>
              <p:spPr>
                <a:xfrm>
                  <a:off x="4761060" y="202010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5" name="Google Shape;2135;p28"/>
                <p:cNvSpPr/>
                <p:nvPr/>
              </p:nvSpPr>
              <p:spPr>
                <a:xfrm>
                  <a:off x="4761060" y="2131898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6" name="Google Shape;2136;p28"/>
                <p:cNvSpPr/>
                <p:nvPr/>
              </p:nvSpPr>
              <p:spPr>
                <a:xfrm>
                  <a:off x="4761060" y="1456657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7" name="Google Shape;2137;p28"/>
                <p:cNvSpPr/>
                <p:nvPr/>
              </p:nvSpPr>
              <p:spPr>
                <a:xfrm>
                  <a:off x="4761060" y="224522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8" name="Google Shape;2138;p28"/>
                <p:cNvSpPr/>
                <p:nvPr/>
              </p:nvSpPr>
              <p:spPr>
                <a:xfrm>
                  <a:off x="4761060" y="157011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9" name="Google Shape;2139;p28"/>
                <p:cNvSpPr/>
                <p:nvPr/>
              </p:nvSpPr>
              <p:spPr>
                <a:xfrm>
                  <a:off x="4761060" y="168190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0" name="Google Shape;2140;p28"/>
                <p:cNvSpPr/>
                <p:nvPr/>
              </p:nvSpPr>
              <p:spPr>
                <a:xfrm>
                  <a:off x="4761060" y="1906647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1" name="Google Shape;2141;p28"/>
                <p:cNvSpPr/>
                <p:nvPr/>
              </p:nvSpPr>
              <p:spPr>
                <a:xfrm>
                  <a:off x="4761060" y="179536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2" name="Google Shape;2142;p28"/>
                <p:cNvSpPr/>
                <p:nvPr/>
              </p:nvSpPr>
              <p:spPr>
                <a:xfrm>
                  <a:off x="4761060" y="32860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3" name="Google Shape;2143;p28"/>
                <p:cNvSpPr/>
                <p:nvPr/>
              </p:nvSpPr>
              <p:spPr>
                <a:xfrm>
                  <a:off x="4761060" y="440018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4" name="Google Shape;2144;p28"/>
                <p:cNvSpPr/>
                <p:nvPr/>
              </p:nvSpPr>
              <p:spPr>
                <a:xfrm>
                  <a:off x="4761060" y="101822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5" name="Google Shape;2145;p28"/>
                <p:cNvSpPr/>
                <p:nvPr/>
              </p:nvSpPr>
              <p:spPr>
                <a:xfrm>
                  <a:off x="4761060" y="21515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6" name="Google Shape;2146;p28"/>
                <p:cNvSpPr/>
                <p:nvPr/>
              </p:nvSpPr>
              <p:spPr>
                <a:xfrm>
                  <a:off x="4761060" y="55347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7" name="Google Shape;2147;p28"/>
                <p:cNvSpPr/>
                <p:nvPr/>
              </p:nvSpPr>
              <p:spPr>
                <a:xfrm>
                  <a:off x="4761060" y="66514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12" y="44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8" name="Google Shape;2148;p28"/>
                <p:cNvSpPr/>
                <p:nvPr/>
              </p:nvSpPr>
              <p:spPr>
                <a:xfrm>
                  <a:off x="4761060" y="77859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9" name="Google Shape;2149;p28"/>
                <p:cNvSpPr/>
                <p:nvPr/>
              </p:nvSpPr>
              <p:spPr>
                <a:xfrm>
                  <a:off x="4761060" y="889880"/>
                  <a:ext cx="14342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0" name="Google Shape;2150;p28"/>
                <p:cNvSpPr/>
                <p:nvPr/>
              </p:nvSpPr>
              <p:spPr>
                <a:xfrm>
                  <a:off x="4761060" y="292174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1" name="Google Shape;2151;p28"/>
                <p:cNvSpPr/>
                <p:nvPr/>
              </p:nvSpPr>
              <p:spPr>
                <a:xfrm>
                  <a:off x="4761060" y="235868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2" name="Google Shape;2152;p28"/>
                <p:cNvSpPr/>
                <p:nvPr/>
              </p:nvSpPr>
              <p:spPr>
                <a:xfrm>
                  <a:off x="4761060" y="2470094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0"/>
                      </a:moveTo>
                      <a:lnTo>
                        <a:pt x="1" y="451"/>
                      </a:lnTo>
                      <a:lnTo>
                        <a:pt x="112" y="451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3" name="Google Shape;2153;p28"/>
                <p:cNvSpPr/>
                <p:nvPr/>
              </p:nvSpPr>
              <p:spPr>
                <a:xfrm>
                  <a:off x="4761060" y="2583424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4" name="Google Shape;2154;p28"/>
                <p:cNvSpPr/>
                <p:nvPr/>
              </p:nvSpPr>
              <p:spPr>
                <a:xfrm>
                  <a:off x="4761060" y="3368281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42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5" name="Google Shape;2155;p28"/>
                <p:cNvSpPr/>
                <p:nvPr/>
              </p:nvSpPr>
              <p:spPr>
                <a:xfrm>
                  <a:off x="4485739" y="3710319"/>
                  <a:ext cx="59547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177" extrusionOk="0">
                      <a:moveTo>
                        <a:pt x="435" y="0"/>
                      </a:moveTo>
                      <a:cubicBezTo>
                        <a:pt x="288" y="26"/>
                        <a:pt x="150" y="52"/>
                        <a:pt x="0" y="69"/>
                      </a:cubicBezTo>
                      <a:lnTo>
                        <a:pt x="13" y="177"/>
                      </a:lnTo>
                      <a:cubicBezTo>
                        <a:pt x="163" y="164"/>
                        <a:pt x="314" y="134"/>
                        <a:pt x="464" y="108"/>
                      </a:cubicBezTo>
                      <a:lnTo>
                        <a:pt x="4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6" name="Google Shape;2156;p28"/>
                <p:cNvSpPr/>
                <p:nvPr/>
              </p:nvSpPr>
              <p:spPr>
                <a:xfrm>
                  <a:off x="4761060" y="269688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7" name="Google Shape;2157;p28"/>
                <p:cNvSpPr/>
                <p:nvPr/>
              </p:nvSpPr>
              <p:spPr>
                <a:xfrm>
                  <a:off x="4740187" y="3480074"/>
                  <a:ext cx="29837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49" extrusionOk="0">
                      <a:moveTo>
                        <a:pt x="125" y="0"/>
                      </a:moveTo>
                      <a:cubicBezTo>
                        <a:pt x="98" y="134"/>
                        <a:pt x="56" y="272"/>
                        <a:pt x="0" y="409"/>
                      </a:cubicBezTo>
                      <a:lnTo>
                        <a:pt x="98" y="448"/>
                      </a:lnTo>
                      <a:cubicBezTo>
                        <a:pt x="151" y="314"/>
                        <a:pt x="206" y="164"/>
                        <a:pt x="232" y="13"/>
                      </a:cubicBez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8" name="Google Shape;2158;p28"/>
                <p:cNvSpPr/>
                <p:nvPr/>
              </p:nvSpPr>
              <p:spPr>
                <a:xfrm>
                  <a:off x="4592025" y="3662938"/>
                  <a:ext cx="56217" cy="42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28" extrusionOk="0">
                      <a:moveTo>
                        <a:pt x="370" y="1"/>
                      </a:moveTo>
                      <a:cubicBezTo>
                        <a:pt x="259" y="83"/>
                        <a:pt x="138" y="164"/>
                        <a:pt x="0" y="220"/>
                      </a:cubicBezTo>
                      <a:lnTo>
                        <a:pt x="56" y="328"/>
                      </a:lnTo>
                      <a:cubicBezTo>
                        <a:pt x="193" y="259"/>
                        <a:pt x="314" y="177"/>
                        <a:pt x="438" y="96"/>
                      </a:cubicBezTo>
                      <a:lnTo>
                        <a:pt x="37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9" name="Google Shape;2159;p28"/>
                <p:cNvSpPr/>
                <p:nvPr/>
              </p:nvSpPr>
              <p:spPr>
                <a:xfrm>
                  <a:off x="4681153" y="3580982"/>
                  <a:ext cx="45332" cy="52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09" extrusionOk="0">
                      <a:moveTo>
                        <a:pt x="259" y="0"/>
                      </a:moveTo>
                      <a:cubicBezTo>
                        <a:pt x="190" y="124"/>
                        <a:pt x="95" y="232"/>
                        <a:pt x="1" y="343"/>
                      </a:cubicBezTo>
                      <a:lnTo>
                        <a:pt x="82" y="409"/>
                      </a:lnTo>
                      <a:cubicBezTo>
                        <a:pt x="177" y="301"/>
                        <a:pt x="272" y="180"/>
                        <a:pt x="354" y="56"/>
                      </a:cubicBez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0" name="Google Shape;2160;p28"/>
                <p:cNvSpPr/>
                <p:nvPr/>
              </p:nvSpPr>
              <p:spPr>
                <a:xfrm>
                  <a:off x="4761060" y="326032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1" name="Google Shape;2161;p28"/>
                <p:cNvSpPr/>
                <p:nvPr/>
              </p:nvSpPr>
              <p:spPr>
                <a:xfrm>
                  <a:off x="4761060" y="303507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2" name="Google Shape;2162;p28"/>
                <p:cNvSpPr/>
                <p:nvPr/>
              </p:nvSpPr>
              <p:spPr>
                <a:xfrm>
                  <a:off x="4761060" y="280867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3" name="Google Shape;2163;p28"/>
                <p:cNvSpPr/>
                <p:nvPr/>
              </p:nvSpPr>
              <p:spPr>
                <a:xfrm>
                  <a:off x="4761060" y="3146872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164" name="Google Shape;2164;p28"/>
          <p:cNvGrpSpPr/>
          <p:nvPr/>
        </p:nvGrpSpPr>
        <p:grpSpPr>
          <a:xfrm>
            <a:off x="5496723" y="582148"/>
            <a:ext cx="2400229" cy="4155980"/>
            <a:chOff x="5496723" y="582148"/>
            <a:chExt cx="2400229" cy="4155980"/>
          </a:xfrm>
        </p:grpSpPr>
        <p:grpSp>
          <p:nvGrpSpPr>
            <p:cNvPr id="2165" name="Google Shape;2165;p28"/>
            <p:cNvGrpSpPr/>
            <p:nvPr/>
          </p:nvGrpSpPr>
          <p:grpSpPr>
            <a:xfrm rot="706112">
              <a:off x="5814837" y="1291729"/>
              <a:ext cx="1764001" cy="3301203"/>
              <a:chOff x="5120779" y="818439"/>
              <a:chExt cx="1836564" cy="3437000"/>
            </a:xfrm>
          </p:grpSpPr>
          <p:sp>
            <p:nvSpPr>
              <p:cNvPr id="2166" name="Google Shape;2166;p28"/>
              <p:cNvSpPr/>
              <p:nvPr/>
            </p:nvSpPr>
            <p:spPr>
              <a:xfrm>
                <a:off x="5120779" y="818439"/>
                <a:ext cx="1836564" cy="3437000"/>
              </a:xfrm>
              <a:custGeom>
                <a:avLst/>
                <a:gdLst/>
                <a:ahLst/>
                <a:cxnLst/>
                <a:rect l="l" t="t" r="r" b="b"/>
                <a:pathLst>
                  <a:path w="37357" h="69911" extrusionOk="0">
                    <a:moveTo>
                      <a:pt x="3283" y="0"/>
                    </a:moveTo>
                    <a:cubicBezTo>
                      <a:pt x="1520" y="0"/>
                      <a:pt x="1" y="1520"/>
                      <a:pt x="1" y="3435"/>
                    </a:cubicBezTo>
                    <a:lnTo>
                      <a:pt x="1" y="66627"/>
                    </a:lnTo>
                    <a:cubicBezTo>
                      <a:pt x="1" y="68390"/>
                      <a:pt x="1520" y="69910"/>
                      <a:pt x="3283" y="69910"/>
                    </a:cubicBezTo>
                    <a:lnTo>
                      <a:pt x="34074" y="69910"/>
                    </a:lnTo>
                    <a:cubicBezTo>
                      <a:pt x="35837" y="69910"/>
                      <a:pt x="37357" y="68390"/>
                      <a:pt x="37357" y="66627"/>
                    </a:cubicBezTo>
                    <a:lnTo>
                      <a:pt x="37357" y="3435"/>
                    </a:lnTo>
                    <a:cubicBezTo>
                      <a:pt x="37357" y="1520"/>
                      <a:pt x="35837" y="0"/>
                      <a:pt x="340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28"/>
              <p:cNvSpPr/>
              <p:nvPr/>
            </p:nvSpPr>
            <p:spPr>
              <a:xfrm>
                <a:off x="5819675" y="947325"/>
                <a:ext cx="438600" cy="723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28"/>
              <p:cNvSpPr/>
              <p:nvPr/>
            </p:nvSpPr>
            <p:spPr>
              <a:xfrm>
                <a:off x="5878717" y="3947980"/>
                <a:ext cx="320700" cy="1938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69" name="Google Shape;2169;p28"/>
            <p:cNvSpPr/>
            <p:nvPr/>
          </p:nvSpPr>
          <p:spPr>
            <a:xfrm>
              <a:off x="6489650" y="582148"/>
              <a:ext cx="1249500" cy="397200"/>
            </a:xfrm>
            <a:prstGeom prst="wedgeRectCallout">
              <a:avLst>
                <a:gd name="adj1" fmla="val -11597"/>
                <a:gd name="adj2" fmla="val 11098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accent5"/>
                  </a:solidFill>
                  <a:latin typeface="Poppins"/>
                  <a:ea typeface="Poppins"/>
                  <a:cs typeface="Poppins"/>
                  <a:sym typeface="Poppins"/>
                </a:rPr>
                <a:t>REPORT!</a:t>
              </a:r>
              <a:endParaRPr sz="1600" b="1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2170" name="Google Shape;217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706114">
            <a:off x="5933114" y="1540753"/>
            <a:ext cx="1551288" cy="2688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30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2185" name="Google Shape;2185;p30"/>
          <p:cNvSpPr txBox="1">
            <a:spLocks noGrp="1"/>
          </p:cNvSpPr>
          <p:nvPr>
            <p:ph type="title" idx="2"/>
          </p:nvPr>
        </p:nvSpPr>
        <p:spPr>
          <a:xfrm>
            <a:off x="291288" y="1328924"/>
            <a:ext cx="1055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86" name="Google Shape;2186;p30"/>
          <p:cNvSpPr txBox="1">
            <a:spLocks noGrp="1"/>
          </p:cNvSpPr>
          <p:nvPr>
            <p:ph type="title" idx="3"/>
          </p:nvPr>
        </p:nvSpPr>
        <p:spPr>
          <a:xfrm>
            <a:off x="5531088" y="1323184"/>
            <a:ext cx="1055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87" name="Google Shape;2187;p30"/>
          <p:cNvSpPr txBox="1">
            <a:spLocks noGrp="1"/>
          </p:cNvSpPr>
          <p:nvPr>
            <p:ph type="title" idx="4"/>
          </p:nvPr>
        </p:nvSpPr>
        <p:spPr>
          <a:xfrm>
            <a:off x="2037888" y="1328924"/>
            <a:ext cx="1055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88" name="Google Shape;2188;p30"/>
          <p:cNvSpPr txBox="1">
            <a:spLocks noGrp="1"/>
          </p:cNvSpPr>
          <p:nvPr>
            <p:ph type="title" idx="5"/>
          </p:nvPr>
        </p:nvSpPr>
        <p:spPr>
          <a:xfrm>
            <a:off x="7283464" y="1323184"/>
            <a:ext cx="1055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189" name="Google Shape;2189;p30"/>
          <p:cNvSpPr txBox="1">
            <a:spLocks noGrp="1"/>
          </p:cNvSpPr>
          <p:nvPr>
            <p:ph type="title" idx="6"/>
          </p:nvPr>
        </p:nvSpPr>
        <p:spPr>
          <a:xfrm>
            <a:off x="3784488" y="1328924"/>
            <a:ext cx="1055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90" name="Google Shape;2190;p30"/>
          <p:cNvSpPr txBox="1">
            <a:spLocks noGrp="1"/>
          </p:cNvSpPr>
          <p:nvPr>
            <p:ph type="title" idx="7"/>
          </p:nvPr>
        </p:nvSpPr>
        <p:spPr>
          <a:xfrm>
            <a:off x="291288" y="2957347"/>
            <a:ext cx="1055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193" name="Google Shape;2193;p30"/>
          <p:cNvSpPr txBox="1">
            <a:spLocks noGrp="1"/>
          </p:cNvSpPr>
          <p:nvPr>
            <p:ph type="subTitle" idx="9"/>
          </p:nvPr>
        </p:nvSpPr>
        <p:spPr>
          <a:xfrm>
            <a:off x="3472262" y="3538249"/>
            <a:ext cx="1669338" cy="7076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System design</a:t>
            </a:r>
            <a:endParaRPr sz="1600" dirty="0"/>
          </a:p>
        </p:txBody>
      </p:sp>
      <p:grpSp>
        <p:nvGrpSpPr>
          <p:cNvPr id="2197" name="Google Shape;2197;p30"/>
          <p:cNvGrpSpPr/>
          <p:nvPr/>
        </p:nvGrpSpPr>
        <p:grpSpPr>
          <a:xfrm>
            <a:off x="7449906" y="3611627"/>
            <a:ext cx="1479300" cy="1248004"/>
            <a:chOff x="7449906" y="3611627"/>
            <a:chExt cx="1479300" cy="1248004"/>
          </a:xfrm>
        </p:grpSpPr>
        <p:sp>
          <p:nvSpPr>
            <p:cNvPr id="2198" name="Google Shape;2198;p30"/>
            <p:cNvSpPr/>
            <p:nvPr/>
          </p:nvSpPr>
          <p:spPr>
            <a:xfrm>
              <a:off x="7449906" y="4734525"/>
              <a:ext cx="1479300" cy="125100"/>
            </a:xfrm>
            <a:prstGeom prst="ellipse">
              <a:avLst/>
            </a:prstGeom>
            <a:solidFill>
              <a:srgbClr val="897FBB">
                <a:alpha val="291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9" name="Google Shape;2199;p30"/>
            <p:cNvGrpSpPr/>
            <p:nvPr/>
          </p:nvGrpSpPr>
          <p:grpSpPr>
            <a:xfrm>
              <a:off x="7519796" y="3611627"/>
              <a:ext cx="1339527" cy="1248004"/>
              <a:chOff x="7225131" y="3643045"/>
              <a:chExt cx="1307238" cy="1217922"/>
            </a:xfrm>
          </p:grpSpPr>
          <p:grpSp>
            <p:nvGrpSpPr>
              <p:cNvPr id="2200" name="Google Shape;2200;p30"/>
              <p:cNvGrpSpPr/>
              <p:nvPr/>
            </p:nvGrpSpPr>
            <p:grpSpPr>
              <a:xfrm>
                <a:off x="7797289" y="3643045"/>
                <a:ext cx="374657" cy="463150"/>
                <a:chOff x="8243489" y="4050570"/>
                <a:chExt cx="374657" cy="463150"/>
              </a:xfrm>
            </p:grpSpPr>
            <p:sp>
              <p:nvSpPr>
                <p:cNvPr id="2201" name="Google Shape;2201;p30"/>
                <p:cNvSpPr/>
                <p:nvPr/>
              </p:nvSpPr>
              <p:spPr>
                <a:xfrm>
                  <a:off x="8243489" y="4051225"/>
                  <a:ext cx="374657" cy="461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15" h="132900" extrusionOk="0">
                      <a:moveTo>
                        <a:pt x="53908" y="30499"/>
                      </a:moveTo>
                      <a:cubicBezTo>
                        <a:pt x="65243" y="30499"/>
                        <a:pt x="74444" y="39725"/>
                        <a:pt x="74444" y="51162"/>
                      </a:cubicBezTo>
                      <a:cubicBezTo>
                        <a:pt x="74444" y="62472"/>
                        <a:pt x="65243" y="71698"/>
                        <a:pt x="53908" y="71698"/>
                      </a:cubicBezTo>
                      <a:cubicBezTo>
                        <a:pt x="42572" y="71698"/>
                        <a:pt x="33372" y="62472"/>
                        <a:pt x="33372" y="51162"/>
                      </a:cubicBezTo>
                      <a:cubicBezTo>
                        <a:pt x="33372" y="39725"/>
                        <a:pt x="42572" y="30499"/>
                        <a:pt x="53908" y="30499"/>
                      </a:cubicBezTo>
                      <a:close/>
                      <a:moveTo>
                        <a:pt x="53908" y="0"/>
                      </a:moveTo>
                      <a:cubicBezTo>
                        <a:pt x="24146" y="0"/>
                        <a:pt x="1" y="24145"/>
                        <a:pt x="1" y="53907"/>
                      </a:cubicBezTo>
                      <a:cubicBezTo>
                        <a:pt x="1" y="72867"/>
                        <a:pt x="9125" y="89489"/>
                        <a:pt x="19800" y="102629"/>
                      </a:cubicBezTo>
                      <a:cubicBezTo>
                        <a:pt x="35176" y="121462"/>
                        <a:pt x="53908" y="132899"/>
                        <a:pt x="53908" y="132899"/>
                      </a:cubicBezTo>
                      <a:cubicBezTo>
                        <a:pt x="53908" y="132899"/>
                        <a:pt x="107815" y="101460"/>
                        <a:pt x="107815" y="53907"/>
                      </a:cubicBezTo>
                      <a:cubicBezTo>
                        <a:pt x="107815" y="49993"/>
                        <a:pt x="107383" y="46282"/>
                        <a:pt x="106646" y="42571"/>
                      </a:cubicBezTo>
                      <a:cubicBezTo>
                        <a:pt x="101461" y="18223"/>
                        <a:pt x="79857" y="0"/>
                        <a:pt x="5390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2" name="Google Shape;2202;p30"/>
                <p:cNvSpPr/>
                <p:nvPr/>
              </p:nvSpPr>
              <p:spPr>
                <a:xfrm>
                  <a:off x="8244307" y="4050570"/>
                  <a:ext cx="257600" cy="46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4" h="18526" extrusionOk="0">
                      <a:moveTo>
                        <a:pt x="10304" y="569"/>
                      </a:moveTo>
                      <a:cubicBezTo>
                        <a:pt x="10352" y="391"/>
                        <a:pt x="7780" y="-157"/>
                        <a:pt x="6521" y="43"/>
                      </a:cubicBezTo>
                      <a:cubicBezTo>
                        <a:pt x="5262" y="243"/>
                        <a:pt x="3802" y="856"/>
                        <a:pt x="2749" y="1767"/>
                      </a:cubicBezTo>
                      <a:cubicBezTo>
                        <a:pt x="1697" y="2678"/>
                        <a:pt x="575" y="4056"/>
                        <a:pt x="206" y="5509"/>
                      </a:cubicBezTo>
                      <a:cubicBezTo>
                        <a:pt x="-163" y="6962"/>
                        <a:pt x="-24" y="8869"/>
                        <a:pt x="533" y="10485"/>
                      </a:cubicBezTo>
                      <a:cubicBezTo>
                        <a:pt x="1090" y="12102"/>
                        <a:pt x="2383" y="13868"/>
                        <a:pt x="3548" y="15208"/>
                      </a:cubicBezTo>
                      <a:cubicBezTo>
                        <a:pt x="4713" y="16548"/>
                        <a:pt x="7296" y="18466"/>
                        <a:pt x="7523" y="18525"/>
                      </a:cubicBezTo>
                      <a:cubicBezTo>
                        <a:pt x="7750" y="18584"/>
                        <a:pt x="5678" y="16542"/>
                        <a:pt x="4908" y="15561"/>
                      </a:cubicBezTo>
                      <a:cubicBezTo>
                        <a:pt x="4138" y="14580"/>
                        <a:pt x="3455" y="13897"/>
                        <a:pt x="2903" y="12640"/>
                      </a:cubicBezTo>
                      <a:cubicBezTo>
                        <a:pt x="2351" y="11383"/>
                        <a:pt x="1592" y="9536"/>
                        <a:pt x="1595" y="8020"/>
                      </a:cubicBezTo>
                      <a:cubicBezTo>
                        <a:pt x="1598" y="6504"/>
                        <a:pt x="2149" y="4697"/>
                        <a:pt x="2922" y="3546"/>
                      </a:cubicBezTo>
                      <a:cubicBezTo>
                        <a:pt x="3696" y="2395"/>
                        <a:pt x="5006" y="1609"/>
                        <a:pt x="6236" y="1113"/>
                      </a:cubicBezTo>
                      <a:cubicBezTo>
                        <a:pt x="7466" y="617"/>
                        <a:pt x="10257" y="747"/>
                        <a:pt x="10304" y="569"/>
                      </a:cubicBezTo>
                      <a:close/>
                    </a:path>
                  </a:pathLst>
                </a:custGeom>
                <a:solidFill>
                  <a:srgbClr val="8162A7">
                    <a:alpha val="4591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03" name="Google Shape;2203;p30"/>
              <p:cNvGrpSpPr/>
              <p:nvPr/>
            </p:nvGrpSpPr>
            <p:grpSpPr>
              <a:xfrm>
                <a:off x="7225131" y="4174073"/>
                <a:ext cx="1307238" cy="686893"/>
                <a:chOff x="2194925" y="1462603"/>
                <a:chExt cx="5820293" cy="3058297"/>
              </a:xfrm>
            </p:grpSpPr>
            <p:sp>
              <p:nvSpPr>
                <p:cNvPr id="2204" name="Google Shape;2204;p30"/>
                <p:cNvSpPr/>
                <p:nvPr/>
              </p:nvSpPr>
              <p:spPr>
                <a:xfrm>
                  <a:off x="5201756" y="3320121"/>
                  <a:ext cx="733114" cy="701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3" h="2454" extrusionOk="0">
                      <a:moveTo>
                        <a:pt x="1484" y="1"/>
                      </a:moveTo>
                      <a:lnTo>
                        <a:pt x="1226" y="14"/>
                      </a:lnTo>
                      <a:cubicBezTo>
                        <a:pt x="546" y="43"/>
                        <a:pt x="0" y="615"/>
                        <a:pt x="29" y="1282"/>
                      </a:cubicBezTo>
                      <a:cubicBezTo>
                        <a:pt x="68" y="1944"/>
                        <a:pt x="610" y="2453"/>
                        <a:pt x="1281" y="2453"/>
                      </a:cubicBezTo>
                      <a:cubicBezTo>
                        <a:pt x="1299" y="2453"/>
                        <a:pt x="1318" y="2453"/>
                        <a:pt x="1337" y="2452"/>
                      </a:cubicBezTo>
                      <a:lnTo>
                        <a:pt x="1595" y="2439"/>
                      </a:lnTo>
                      <a:lnTo>
                        <a:pt x="1595" y="2413"/>
                      </a:lnTo>
                      <a:cubicBezTo>
                        <a:pt x="2154" y="2276"/>
                        <a:pt x="2563" y="1759"/>
                        <a:pt x="2533" y="1174"/>
                      </a:cubicBezTo>
                      <a:cubicBezTo>
                        <a:pt x="2507" y="586"/>
                        <a:pt x="2056" y="112"/>
                        <a:pt x="1484" y="30"/>
                      </a:cubicBezTo>
                      <a:lnTo>
                        <a:pt x="148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5" name="Google Shape;2205;p30"/>
                <p:cNvSpPr/>
                <p:nvPr/>
              </p:nvSpPr>
              <p:spPr>
                <a:xfrm>
                  <a:off x="5327040" y="3319835"/>
                  <a:ext cx="631285" cy="698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7" h="2442" extrusionOk="0">
                      <a:moveTo>
                        <a:pt x="1089" y="1"/>
                      </a:moveTo>
                      <a:cubicBezTo>
                        <a:pt x="1075" y="1"/>
                        <a:pt x="1060" y="1"/>
                        <a:pt x="1046" y="2"/>
                      </a:cubicBezTo>
                      <a:cubicBezTo>
                        <a:pt x="448" y="31"/>
                        <a:pt x="0" y="587"/>
                        <a:pt x="26" y="1270"/>
                      </a:cubicBezTo>
                      <a:cubicBezTo>
                        <a:pt x="52" y="1921"/>
                        <a:pt x="532" y="2441"/>
                        <a:pt x="1114" y="2441"/>
                      </a:cubicBezTo>
                      <a:cubicBezTo>
                        <a:pt x="1129" y="2441"/>
                        <a:pt x="1143" y="2441"/>
                        <a:pt x="1157" y="2440"/>
                      </a:cubicBezTo>
                      <a:cubicBezTo>
                        <a:pt x="1742" y="2414"/>
                        <a:pt x="2206" y="1842"/>
                        <a:pt x="2177" y="1175"/>
                      </a:cubicBezTo>
                      <a:cubicBezTo>
                        <a:pt x="2139" y="509"/>
                        <a:pt x="1659" y="1"/>
                        <a:pt x="10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6" name="Google Shape;2206;p30"/>
                <p:cNvSpPr/>
                <p:nvPr/>
              </p:nvSpPr>
              <p:spPr>
                <a:xfrm>
                  <a:off x="2439773" y="3390200"/>
                  <a:ext cx="732256" cy="702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0" h="2455" extrusionOk="0">
                      <a:moveTo>
                        <a:pt x="1484" y="1"/>
                      </a:moveTo>
                      <a:lnTo>
                        <a:pt x="1226" y="14"/>
                      </a:lnTo>
                      <a:cubicBezTo>
                        <a:pt x="533" y="43"/>
                        <a:pt x="1" y="615"/>
                        <a:pt x="27" y="1295"/>
                      </a:cubicBezTo>
                      <a:cubicBezTo>
                        <a:pt x="68" y="1937"/>
                        <a:pt x="599" y="2455"/>
                        <a:pt x="1257" y="2455"/>
                      </a:cubicBezTo>
                      <a:cubicBezTo>
                        <a:pt x="1282" y="2455"/>
                        <a:pt x="1308" y="2454"/>
                        <a:pt x="1334" y="2452"/>
                      </a:cubicBezTo>
                      <a:lnTo>
                        <a:pt x="1596" y="2439"/>
                      </a:lnTo>
                      <a:lnTo>
                        <a:pt x="1596" y="2426"/>
                      </a:lnTo>
                      <a:cubicBezTo>
                        <a:pt x="2151" y="2276"/>
                        <a:pt x="2560" y="1773"/>
                        <a:pt x="2534" y="1187"/>
                      </a:cubicBezTo>
                      <a:cubicBezTo>
                        <a:pt x="2508" y="602"/>
                        <a:pt x="2056" y="125"/>
                        <a:pt x="1484" y="30"/>
                      </a:cubicBezTo>
                      <a:lnTo>
                        <a:pt x="148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7" name="Google Shape;2207;p30"/>
                <p:cNvSpPr/>
                <p:nvPr/>
              </p:nvSpPr>
              <p:spPr>
                <a:xfrm>
                  <a:off x="2564200" y="3390200"/>
                  <a:ext cx="631285" cy="698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7" h="2441" extrusionOk="0">
                      <a:moveTo>
                        <a:pt x="1091" y="0"/>
                      </a:moveTo>
                      <a:cubicBezTo>
                        <a:pt x="1077" y="0"/>
                        <a:pt x="1063" y="0"/>
                        <a:pt x="1049" y="1"/>
                      </a:cubicBezTo>
                      <a:cubicBezTo>
                        <a:pt x="451" y="30"/>
                        <a:pt x="0" y="602"/>
                        <a:pt x="30" y="1269"/>
                      </a:cubicBezTo>
                      <a:cubicBezTo>
                        <a:pt x="55" y="1933"/>
                        <a:pt x="535" y="2440"/>
                        <a:pt x="1117" y="2440"/>
                      </a:cubicBezTo>
                      <a:cubicBezTo>
                        <a:pt x="1131" y="2440"/>
                        <a:pt x="1146" y="2440"/>
                        <a:pt x="1161" y="2439"/>
                      </a:cubicBezTo>
                      <a:cubicBezTo>
                        <a:pt x="1746" y="2426"/>
                        <a:pt x="2207" y="1854"/>
                        <a:pt x="2167" y="1174"/>
                      </a:cubicBezTo>
                      <a:cubicBezTo>
                        <a:pt x="2142" y="520"/>
                        <a:pt x="1658" y="0"/>
                        <a:pt x="109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8" name="Google Shape;2208;p30"/>
                <p:cNvSpPr/>
                <p:nvPr/>
              </p:nvSpPr>
              <p:spPr>
                <a:xfrm>
                  <a:off x="2225817" y="2728312"/>
                  <a:ext cx="3709048" cy="1102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7" h="3855" extrusionOk="0">
                      <a:moveTo>
                        <a:pt x="12447" y="1"/>
                      </a:moveTo>
                      <a:lnTo>
                        <a:pt x="3432" y="367"/>
                      </a:lnTo>
                      <a:lnTo>
                        <a:pt x="2834" y="723"/>
                      </a:lnTo>
                      <a:lnTo>
                        <a:pt x="2327" y="586"/>
                      </a:lnTo>
                      <a:lnTo>
                        <a:pt x="1785" y="1008"/>
                      </a:lnTo>
                      <a:lnTo>
                        <a:pt x="0" y="1321"/>
                      </a:lnTo>
                      <a:lnTo>
                        <a:pt x="245" y="3855"/>
                      </a:lnTo>
                      <a:lnTo>
                        <a:pt x="4972" y="3815"/>
                      </a:lnTo>
                      <a:lnTo>
                        <a:pt x="12967" y="3459"/>
                      </a:lnTo>
                      <a:lnTo>
                        <a:pt x="124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9" name="Google Shape;2209;p30"/>
                <p:cNvSpPr/>
                <p:nvPr/>
              </p:nvSpPr>
              <p:spPr>
                <a:xfrm>
                  <a:off x="3207499" y="1547556"/>
                  <a:ext cx="2415015" cy="1285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43" h="4495" extrusionOk="0">
                      <a:moveTo>
                        <a:pt x="5978" y="0"/>
                      </a:moveTo>
                      <a:lnTo>
                        <a:pt x="2030" y="164"/>
                      </a:lnTo>
                      <a:lnTo>
                        <a:pt x="0" y="4495"/>
                      </a:lnTo>
                      <a:lnTo>
                        <a:pt x="8443" y="4142"/>
                      </a:lnTo>
                      <a:lnTo>
                        <a:pt x="597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0" name="Google Shape;2210;p30"/>
                <p:cNvSpPr/>
                <p:nvPr/>
              </p:nvSpPr>
              <p:spPr>
                <a:xfrm>
                  <a:off x="3615961" y="2728312"/>
                  <a:ext cx="4399257" cy="1091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0" h="3816" extrusionOk="0">
                      <a:moveTo>
                        <a:pt x="12313" y="1"/>
                      </a:moveTo>
                      <a:lnTo>
                        <a:pt x="3910" y="138"/>
                      </a:lnTo>
                      <a:lnTo>
                        <a:pt x="2821" y="641"/>
                      </a:lnTo>
                      <a:lnTo>
                        <a:pt x="1540" y="792"/>
                      </a:lnTo>
                      <a:lnTo>
                        <a:pt x="641" y="1334"/>
                      </a:lnTo>
                      <a:lnTo>
                        <a:pt x="0" y="1446"/>
                      </a:lnTo>
                      <a:lnTo>
                        <a:pt x="112" y="3815"/>
                      </a:lnTo>
                      <a:lnTo>
                        <a:pt x="15379" y="3145"/>
                      </a:lnTo>
                      <a:lnTo>
                        <a:pt x="14860" y="40"/>
                      </a:lnTo>
                      <a:lnTo>
                        <a:pt x="1231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1" name="Google Shape;2211;p30"/>
                <p:cNvSpPr/>
                <p:nvPr/>
              </p:nvSpPr>
              <p:spPr>
                <a:xfrm>
                  <a:off x="4419156" y="1462603"/>
                  <a:ext cx="2672162" cy="17259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2" h="6034" extrusionOk="0">
                      <a:moveTo>
                        <a:pt x="8499" y="0"/>
                      </a:moveTo>
                      <a:lnTo>
                        <a:pt x="1742" y="297"/>
                      </a:lnTo>
                      <a:lnTo>
                        <a:pt x="1102" y="4563"/>
                      </a:lnTo>
                      <a:lnTo>
                        <a:pt x="0" y="6034"/>
                      </a:lnTo>
                      <a:lnTo>
                        <a:pt x="0" y="6034"/>
                      </a:lnTo>
                      <a:lnTo>
                        <a:pt x="9342" y="4426"/>
                      </a:lnTo>
                      <a:lnTo>
                        <a:pt x="849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2" name="Google Shape;2212;p30"/>
                <p:cNvSpPr/>
                <p:nvPr/>
              </p:nvSpPr>
              <p:spPr>
                <a:xfrm>
                  <a:off x="5731784" y="1536400"/>
                  <a:ext cx="1184767" cy="1192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2" h="4168" extrusionOk="0">
                      <a:moveTo>
                        <a:pt x="3583" y="0"/>
                      </a:moveTo>
                      <a:lnTo>
                        <a:pt x="0" y="164"/>
                      </a:lnTo>
                      <a:lnTo>
                        <a:pt x="177" y="4168"/>
                      </a:lnTo>
                      <a:lnTo>
                        <a:pt x="4142" y="3991"/>
                      </a:lnTo>
                      <a:lnTo>
                        <a:pt x="358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3" name="Google Shape;2213;p30"/>
                <p:cNvSpPr/>
                <p:nvPr/>
              </p:nvSpPr>
              <p:spPr>
                <a:xfrm>
                  <a:off x="4843636" y="1586743"/>
                  <a:ext cx="825790" cy="118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7" h="4130" extrusionOk="0">
                      <a:moveTo>
                        <a:pt x="2710" y="1"/>
                      </a:moveTo>
                      <a:lnTo>
                        <a:pt x="464" y="96"/>
                      </a:lnTo>
                      <a:lnTo>
                        <a:pt x="0" y="4129"/>
                      </a:lnTo>
                      <a:lnTo>
                        <a:pt x="2886" y="4005"/>
                      </a:lnTo>
                      <a:lnTo>
                        <a:pt x="2710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4" name="Google Shape;2214;p30"/>
                <p:cNvSpPr/>
                <p:nvPr/>
              </p:nvSpPr>
              <p:spPr>
                <a:xfrm>
                  <a:off x="5731784" y="1536400"/>
                  <a:ext cx="1102675" cy="545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5" h="1906" extrusionOk="0">
                      <a:moveTo>
                        <a:pt x="3583" y="0"/>
                      </a:moveTo>
                      <a:lnTo>
                        <a:pt x="0" y="164"/>
                      </a:lnTo>
                      <a:lnTo>
                        <a:pt x="82" y="1906"/>
                      </a:lnTo>
                      <a:lnTo>
                        <a:pt x="3854" y="1906"/>
                      </a:lnTo>
                      <a:lnTo>
                        <a:pt x="3583" y="0"/>
                      </a:lnTo>
                      <a:close/>
                    </a:path>
                  </a:pathLst>
                </a:custGeom>
                <a:solidFill>
                  <a:srgbClr val="FFFFFF">
                    <a:alpha val="32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5" name="Google Shape;2215;p30"/>
                <p:cNvSpPr/>
                <p:nvPr/>
              </p:nvSpPr>
              <p:spPr>
                <a:xfrm>
                  <a:off x="4921153" y="1586743"/>
                  <a:ext cx="721101" cy="494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1" h="1730" extrusionOk="0">
                      <a:moveTo>
                        <a:pt x="2439" y="1"/>
                      </a:moveTo>
                      <a:lnTo>
                        <a:pt x="193" y="96"/>
                      </a:lnTo>
                      <a:lnTo>
                        <a:pt x="0" y="1730"/>
                      </a:lnTo>
                      <a:lnTo>
                        <a:pt x="2521" y="1730"/>
                      </a:lnTo>
                      <a:lnTo>
                        <a:pt x="2439" y="1"/>
                      </a:lnTo>
                      <a:close/>
                    </a:path>
                  </a:pathLst>
                </a:custGeom>
                <a:solidFill>
                  <a:srgbClr val="FFFFFF">
                    <a:alpha val="32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6" name="Google Shape;2216;p30"/>
                <p:cNvSpPr/>
                <p:nvPr/>
              </p:nvSpPr>
              <p:spPr>
                <a:xfrm>
                  <a:off x="3207499" y="1626216"/>
                  <a:ext cx="1699063" cy="1207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0" h="4220" extrusionOk="0">
                      <a:moveTo>
                        <a:pt x="5939" y="0"/>
                      </a:moveTo>
                      <a:lnTo>
                        <a:pt x="1893" y="177"/>
                      </a:lnTo>
                      <a:lnTo>
                        <a:pt x="0" y="4220"/>
                      </a:lnTo>
                      <a:lnTo>
                        <a:pt x="5338" y="3991"/>
                      </a:lnTo>
                      <a:lnTo>
                        <a:pt x="593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7" name="Google Shape;2217;p30"/>
                <p:cNvSpPr/>
                <p:nvPr/>
              </p:nvSpPr>
              <p:spPr>
                <a:xfrm>
                  <a:off x="3702059" y="2284385"/>
                  <a:ext cx="1106107" cy="530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67" h="1854" extrusionOk="0">
                      <a:moveTo>
                        <a:pt x="3867" y="0"/>
                      </a:moveTo>
                      <a:lnTo>
                        <a:pt x="3200" y="804"/>
                      </a:lnTo>
                      <a:lnTo>
                        <a:pt x="2206" y="396"/>
                      </a:lnTo>
                      <a:lnTo>
                        <a:pt x="1540" y="1049"/>
                      </a:lnTo>
                      <a:lnTo>
                        <a:pt x="654" y="723"/>
                      </a:lnTo>
                      <a:lnTo>
                        <a:pt x="0" y="1853"/>
                      </a:lnTo>
                      <a:lnTo>
                        <a:pt x="0" y="1853"/>
                      </a:lnTo>
                      <a:lnTo>
                        <a:pt x="3609" y="1690"/>
                      </a:lnTo>
                      <a:lnTo>
                        <a:pt x="386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8" name="Google Shape;2218;p30"/>
                <p:cNvSpPr/>
                <p:nvPr/>
              </p:nvSpPr>
              <p:spPr>
                <a:xfrm>
                  <a:off x="3998394" y="3379330"/>
                  <a:ext cx="872414" cy="7794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0" h="2725" extrusionOk="0">
                      <a:moveTo>
                        <a:pt x="1579" y="1"/>
                      </a:moveTo>
                      <a:cubicBezTo>
                        <a:pt x="1377" y="1"/>
                        <a:pt x="1173" y="45"/>
                        <a:pt x="981" y="134"/>
                      </a:cubicBezTo>
                      <a:lnTo>
                        <a:pt x="968" y="121"/>
                      </a:lnTo>
                      <a:lnTo>
                        <a:pt x="736" y="284"/>
                      </a:lnTo>
                      <a:cubicBezTo>
                        <a:pt x="134" y="748"/>
                        <a:pt x="0" y="1605"/>
                        <a:pt x="448" y="2206"/>
                      </a:cubicBezTo>
                      <a:cubicBezTo>
                        <a:pt x="710" y="2546"/>
                        <a:pt x="1113" y="2725"/>
                        <a:pt x="1523" y="2725"/>
                      </a:cubicBezTo>
                      <a:cubicBezTo>
                        <a:pt x="1819" y="2725"/>
                        <a:pt x="2118" y="2631"/>
                        <a:pt x="2370" y="2438"/>
                      </a:cubicBezTo>
                      <a:lnTo>
                        <a:pt x="2602" y="2275"/>
                      </a:lnTo>
                      <a:lnTo>
                        <a:pt x="2586" y="2245"/>
                      </a:lnTo>
                      <a:cubicBezTo>
                        <a:pt x="3011" y="1768"/>
                        <a:pt x="3050" y="1049"/>
                        <a:pt x="2654" y="529"/>
                      </a:cubicBezTo>
                      <a:cubicBezTo>
                        <a:pt x="2389" y="183"/>
                        <a:pt x="1990" y="1"/>
                        <a:pt x="157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9" name="Google Shape;2219;p30"/>
                <p:cNvSpPr/>
                <p:nvPr/>
              </p:nvSpPr>
              <p:spPr>
                <a:xfrm>
                  <a:off x="4106803" y="3349297"/>
                  <a:ext cx="799761" cy="74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6" h="2594" extrusionOk="0">
                      <a:moveTo>
                        <a:pt x="1250" y="0"/>
                      </a:moveTo>
                      <a:cubicBezTo>
                        <a:pt x="1013" y="0"/>
                        <a:pt x="782" y="73"/>
                        <a:pt x="589" y="226"/>
                      </a:cubicBezTo>
                      <a:cubicBezTo>
                        <a:pt x="56" y="621"/>
                        <a:pt x="0" y="1425"/>
                        <a:pt x="452" y="2010"/>
                      </a:cubicBezTo>
                      <a:cubicBezTo>
                        <a:pt x="735" y="2389"/>
                        <a:pt x="1155" y="2593"/>
                        <a:pt x="1561" y="2593"/>
                      </a:cubicBezTo>
                      <a:cubicBezTo>
                        <a:pt x="1796" y="2593"/>
                        <a:pt x="2027" y="2524"/>
                        <a:pt x="2223" y="2380"/>
                      </a:cubicBezTo>
                      <a:cubicBezTo>
                        <a:pt x="2740" y="1984"/>
                        <a:pt x="2795" y="1180"/>
                        <a:pt x="2344" y="582"/>
                      </a:cubicBezTo>
                      <a:cubicBezTo>
                        <a:pt x="2064" y="205"/>
                        <a:pt x="1648" y="0"/>
                        <a:pt x="1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0" name="Google Shape;2220;p30"/>
                <p:cNvSpPr/>
                <p:nvPr/>
              </p:nvSpPr>
              <p:spPr>
                <a:xfrm>
                  <a:off x="4251824" y="3481731"/>
                  <a:ext cx="514295" cy="477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8" h="1670" extrusionOk="0">
                      <a:moveTo>
                        <a:pt x="800" y="1"/>
                      </a:moveTo>
                      <a:cubicBezTo>
                        <a:pt x="645" y="1"/>
                        <a:pt x="494" y="48"/>
                        <a:pt x="366" y="145"/>
                      </a:cubicBezTo>
                      <a:cubicBezTo>
                        <a:pt x="26" y="390"/>
                        <a:pt x="0" y="920"/>
                        <a:pt x="284" y="1302"/>
                      </a:cubicBezTo>
                      <a:cubicBezTo>
                        <a:pt x="465" y="1543"/>
                        <a:pt x="737" y="1669"/>
                        <a:pt x="998" y="1669"/>
                      </a:cubicBezTo>
                      <a:cubicBezTo>
                        <a:pt x="1152" y="1669"/>
                        <a:pt x="1302" y="1625"/>
                        <a:pt x="1429" y="1534"/>
                      </a:cubicBezTo>
                      <a:cubicBezTo>
                        <a:pt x="1755" y="1276"/>
                        <a:pt x="1798" y="756"/>
                        <a:pt x="1510" y="377"/>
                      </a:cubicBezTo>
                      <a:cubicBezTo>
                        <a:pt x="1323" y="130"/>
                        <a:pt x="105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1" name="Google Shape;2221;p30"/>
                <p:cNvSpPr/>
                <p:nvPr/>
              </p:nvSpPr>
              <p:spPr>
                <a:xfrm>
                  <a:off x="4391982" y="3613022"/>
                  <a:ext cx="233979" cy="215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8" h="755" extrusionOk="0">
                      <a:moveTo>
                        <a:pt x="362" y="1"/>
                      </a:moveTo>
                      <a:cubicBezTo>
                        <a:pt x="293" y="1"/>
                        <a:pt x="225" y="22"/>
                        <a:pt x="164" y="69"/>
                      </a:cubicBezTo>
                      <a:cubicBezTo>
                        <a:pt x="13" y="176"/>
                        <a:pt x="0" y="408"/>
                        <a:pt x="134" y="585"/>
                      </a:cubicBezTo>
                      <a:cubicBezTo>
                        <a:pt x="213" y="696"/>
                        <a:pt x="334" y="754"/>
                        <a:pt x="449" y="754"/>
                      </a:cubicBezTo>
                      <a:cubicBezTo>
                        <a:pt x="517" y="754"/>
                        <a:pt x="583" y="734"/>
                        <a:pt x="638" y="693"/>
                      </a:cubicBezTo>
                      <a:cubicBezTo>
                        <a:pt x="788" y="572"/>
                        <a:pt x="818" y="340"/>
                        <a:pt x="680" y="163"/>
                      </a:cubicBezTo>
                      <a:cubicBezTo>
                        <a:pt x="594" y="61"/>
                        <a:pt x="477" y="1"/>
                        <a:pt x="36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2" name="Google Shape;2222;p30"/>
                <p:cNvSpPr/>
                <p:nvPr/>
              </p:nvSpPr>
              <p:spPr>
                <a:xfrm>
                  <a:off x="6717185" y="3216576"/>
                  <a:ext cx="861259" cy="784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1" h="2743" extrusionOk="0">
                      <a:moveTo>
                        <a:pt x="1494" y="1"/>
                      </a:moveTo>
                      <a:cubicBezTo>
                        <a:pt x="1137" y="1"/>
                        <a:pt x="781" y="140"/>
                        <a:pt x="517" y="418"/>
                      </a:cubicBezTo>
                      <a:cubicBezTo>
                        <a:pt x="0" y="964"/>
                        <a:pt x="43" y="1834"/>
                        <a:pt x="599" y="2353"/>
                      </a:cubicBezTo>
                      <a:lnTo>
                        <a:pt x="805" y="2556"/>
                      </a:lnTo>
                      <a:lnTo>
                        <a:pt x="818" y="2530"/>
                      </a:lnTo>
                      <a:cubicBezTo>
                        <a:pt x="1045" y="2671"/>
                        <a:pt x="1302" y="2742"/>
                        <a:pt x="1558" y="2742"/>
                      </a:cubicBezTo>
                      <a:cubicBezTo>
                        <a:pt x="1917" y="2742"/>
                        <a:pt x="2272" y="2603"/>
                        <a:pt x="2534" y="2324"/>
                      </a:cubicBezTo>
                      <a:cubicBezTo>
                        <a:pt x="2985" y="1847"/>
                        <a:pt x="3011" y="1141"/>
                        <a:pt x="2642" y="608"/>
                      </a:cubicBezTo>
                      <a:lnTo>
                        <a:pt x="2671" y="582"/>
                      </a:lnTo>
                      <a:lnTo>
                        <a:pt x="2452" y="392"/>
                      </a:lnTo>
                      <a:cubicBezTo>
                        <a:pt x="2184" y="131"/>
                        <a:pt x="1838" y="1"/>
                        <a:pt x="149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3" name="Google Shape;2223;p30"/>
                <p:cNvSpPr/>
                <p:nvPr/>
              </p:nvSpPr>
              <p:spPr>
                <a:xfrm>
                  <a:off x="6810719" y="3298954"/>
                  <a:ext cx="807198" cy="732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2" h="2562" extrusionOk="0">
                      <a:moveTo>
                        <a:pt x="1580" y="1"/>
                      </a:moveTo>
                      <a:cubicBezTo>
                        <a:pt x="1217" y="1"/>
                        <a:pt x="836" y="158"/>
                        <a:pt x="546" y="457"/>
                      </a:cubicBezTo>
                      <a:cubicBezTo>
                        <a:pt x="26" y="1003"/>
                        <a:pt x="0" y="1804"/>
                        <a:pt x="478" y="2268"/>
                      </a:cubicBezTo>
                      <a:cubicBezTo>
                        <a:pt x="687" y="2466"/>
                        <a:pt x="958" y="2561"/>
                        <a:pt x="1241" y="2561"/>
                      </a:cubicBezTo>
                      <a:cubicBezTo>
                        <a:pt x="1604" y="2561"/>
                        <a:pt x="1985" y="2404"/>
                        <a:pt x="2275" y="2105"/>
                      </a:cubicBezTo>
                      <a:cubicBezTo>
                        <a:pt x="2779" y="1559"/>
                        <a:pt x="2821" y="758"/>
                        <a:pt x="2344" y="294"/>
                      </a:cubicBezTo>
                      <a:cubicBezTo>
                        <a:pt x="2135" y="96"/>
                        <a:pt x="1863" y="1"/>
                        <a:pt x="15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4" name="Google Shape;2224;p30"/>
                <p:cNvSpPr/>
                <p:nvPr/>
              </p:nvSpPr>
              <p:spPr>
                <a:xfrm>
                  <a:off x="6954596" y="3429959"/>
                  <a:ext cx="518300" cy="470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2" h="1646" extrusionOk="0">
                      <a:moveTo>
                        <a:pt x="1010" y="1"/>
                      </a:moveTo>
                      <a:cubicBezTo>
                        <a:pt x="778" y="1"/>
                        <a:pt x="532" y="101"/>
                        <a:pt x="341" y="300"/>
                      </a:cubicBezTo>
                      <a:cubicBezTo>
                        <a:pt x="14" y="653"/>
                        <a:pt x="1" y="1169"/>
                        <a:pt x="301" y="1457"/>
                      </a:cubicBezTo>
                      <a:cubicBezTo>
                        <a:pt x="440" y="1583"/>
                        <a:pt x="618" y="1645"/>
                        <a:pt x="802" y="1645"/>
                      </a:cubicBezTo>
                      <a:cubicBezTo>
                        <a:pt x="1034" y="1645"/>
                        <a:pt x="1276" y="1545"/>
                        <a:pt x="1459" y="1346"/>
                      </a:cubicBezTo>
                      <a:cubicBezTo>
                        <a:pt x="1785" y="1006"/>
                        <a:pt x="1812" y="476"/>
                        <a:pt x="1501" y="189"/>
                      </a:cubicBezTo>
                      <a:cubicBezTo>
                        <a:pt x="1368" y="63"/>
                        <a:pt x="1194" y="1"/>
                        <a:pt x="101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5" name="Google Shape;2225;p30"/>
                <p:cNvSpPr/>
                <p:nvPr/>
              </p:nvSpPr>
              <p:spPr>
                <a:xfrm>
                  <a:off x="7094755" y="3560105"/>
                  <a:ext cx="234265" cy="210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" h="736" extrusionOk="0">
                      <a:moveTo>
                        <a:pt x="461" y="0"/>
                      </a:moveTo>
                      <a:cubicBezTo>
                        <a:pt x="357" y="0"/>
                        <a:pt x="248" y="46"/>
                        <a:pt x="164" y="129"/>
                      </a:cubicBezTo>
                      <a:cubicBezTo>
                        <a:pt x="14" y="293"/>
                        <a:pt x="1" y="525"/>
                        <a:pt x="138" y="646"/>
                      </a:cubicBezTo>
                      <a:cubicBezTo>
                        <a:pt x="205" y="707"/>
                        <a:pt x="288" y="735"/>
                        <a:pt x="372" y="735"/>
                      </a:cubicBezTo>
                      <a:cubicBezTo>
                        <a:pt x="478" y="735"/>
                        <a:pt x="586" y="690"/>
                        <a:pt x="668" y="607"/>
                      </a:cubicBezTo>
                      <a:cubicBezTo>
                        <a:pt x="805" y="443"/>
                        <a:pt x="818" y="211"/>
                        <a:pt x="684" y="90"/>
                      </a:cubicBezTo>
                      <a:cubicBezTo>
                        <a:pt x="623" y="29"/>
                        <a:pt x="544" y="0"/>
                        <a:pt x="46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6" name="Google Shape;2226;p30"/>
                <p:cNvSpPr/>
                <p:nvPr/>
              </p:nvSpPr>
              <p:spPr>
                <a:xfrm>
                  <a:off x="2265004" y="3349011"/>
                  <a:ext cx="401311" cy="364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" h="1273" extrusionOk="0">
                      <a:moveTo>
                        <a:pt x="700" y="1"/>
                      </a:moveTo>
                      <a:cubicBezTo>
                        <a:pt x="644" y="1"/>
                        <a:pt x="587" y="8"/>
                        <a:pt x="530" y="24"/>
                      </a:cubicBezTo>
                      <a:cubicBezTo>
                        <a:pt x="190" y="119"/>
                        <a:pt x="0" y="459"/>
                        <a:pt x="82" y="799"/>
                      </a:cubicBezTo>
                      <a:cubicBezTo>
                        <a:pt x="161" y="1082"/>
                        <a:pt x="420" y="1273"/>
                        <a:pt x="701" y="1273"/>
                      </a:cubicBezTo>
                      <a:cubicBezTo>
                        <a:pt x="757" y="1273"/>
                        <a:pt x="814" y="1265"/>
                        <a:pt x="870" y="1250"/>
                      </a:cubicBezTo>
                      <a:cubicBezTo>
                        <a:pt x="1210" y="1155"/>
                        <a:pt x="1403" y="812"/>
                        <a:pt x="1321" y="472"/>
                      </a:cubicBezTo>
                      <a:cubicBezTo>
                        <a:pt x="1242" y="189"/>
                        <a:pt x="981" y="1"/>
                        <a:pt x="70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7" name="Google Shape;2227;p30"/>
                <p:cNvSpPr/>
                <p:nvPr/>
              </p:nvSpPr>
              <p:spPr>
                <a:xfrm>
                  <a:off x="2265004" y="3348438"/>
                  <a:ext cx="354687" cy="256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" h="896" extrusionOk="0">
                      <a:moveTo>
                        <a:pt x="709" y="1"/>
                      </a:moveTo>
                      <a:cubicBezTo>
                        <a:pt x="651" y="1"/>
                        <a:pt x="591" y="9"/>
                        <a:pt x="530" y="26"/>
                      </a:cubicBezTo>
                      <a:cubicBezTo>
                        <a:pt x="190" y="121"/>
                        <a:pt x="0" y="461"/>
                        <a:pt x="82" y="801"/>
                      </a:cubicBezTo>
                      <a:cubicBezTo>
                        <a:pt x="95" y="843"/>
                        <a:pt x="108" y="869"/>
                        <a:pt x="121" y="895"/>
                      </a:cubicBezTo>
                      <a:cubicBezTo>
                        <a:pt x="134" y="882"/>
                        <a:pt x="134" y="882"/>
                        <a:pt x="147" y="869"/>
                      </a:cubicBezTo>
                      <a:cubicBezTo>
                        <a:pt x="203" y="830"/>
                        <a:pt x="327" y="869"/>
                        <a:pt x="435" y="814"/>
                      </a:cubicBezTo>
                      <a:cubicBezTo>
                        <a:pt x="543" y="748"/>
                        <a:pt x="491" y="637"/>
                        <a:pt x="504" y="529"/>
                      </a:cubicBezTo>
                      <a:lnTo>
                        <a:pt x="504" y="529"/>
                      </a:lnTo>
                      <a:cubicBezTo>
                        <a:pt x="587" y="573"/>
                        <a:pt x="663" y="591"/>
                        <a:pt x="734" y="591"/>
                      </a:cubicBezTo>
                      <a:cubicBezTo>
                        <a:pt x="931" y="591"/>
                        <a:pt x="1088" y="449"/>
                        <a:pt x="1239" y="297"/>
                      </a:cubicBezTo>
                      <a:cubicBezTo>
                        <a:pt x="1121" y="114"/>
                        <a:pt x="927" y="1"/>
                        <a:pt x="70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8" name="Google Shape;2228;p30"/>
                <p:cNvSpPr/>
                <p:nvPr/>
              </p:nvSpPr>
              <p:spPr>
                <a:xfrm>
                  <a:off x="3203495" y="3215432"/>
                  <a:ext cx="374423" cy="36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" h="1280" extrusionOk="0">
                      <a:moveTo>
                        <a:pt x="650" y="0"/>
                      </a:moveTo>
                      <a:cubicBezTo>
                        <a:pt x="642" y="0"/>
                        <a:pt x="634" y="0"/>
                        <a:pt x="625" y="1"/>
                      </a:cubicBezTo>
                      <a:cubicBezTo>
                        <a:pt x="272" y="14"/>
                        <a:pt x="1" y="315"/>
                        <a:pt x="14" y="668"/>
                      </a:cubicBezTo>
                      <a:cubicBezTo>
                        <a:pt x="27" y="1011"/>
                        <a:pt x="311" y="1279"/>
                        <a:pt x="651" y="1279"/>
                      </a:cubicBezTo>
                      <a:cubicBezTo>
                        <a:pt x="661" y="1279"/>
                        <a:pt x="671" y="1279"/>
                        <a:pt x="681" y="1279"/>
                      </a:cubicBezTo>
                      <a:cubicBezTo>
                        <a:pt x="1034" y="1253"/>
                        <a:pt x="1308" y="968"/>
                        <a:pt x="1295" y="612"/>
                      </a:cubicBezTo>
                      <a:cubicBezTo>
                        <a:pt x="1279" y="267"/>
                        <a:pt x="995" y="0"/>
                        <a:pt x="65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9" name="Google Shape;2229;p30"/>
                <p:cNvSpPr/>
                <p:nvPr/>
              </p:nvSpPr>
              <p:spPr>
                <a:xfrm>
                  <a:off x="2225817" y="3106166"/>
                  <a:ext cx="1429615" cy="82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8" h="288" extrusionOk="0">
                      <a:moveTo>
                        <a:pt x="0" y="0"/>
                      </a:moveTo>
                      <a:lnTo>
                        <a:pt x="0" y="164"/>
                      </a:lnTo>
                      <a:lnTo>
                        <a:pt x="4998" y="288"/>
                      </a:lnTo>
                      <a:lnTo>
                        <a:pt x="4985" y="1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0" name="Google Shape;2230;p30"/>
                <p:cNvSpPr/>
                <p:nvPr/>
              </p:nvSpPr>
              <p:spPr>
                <a:xfrm>
                  <a:off x="2194925" y="3603297"/>
                  <a:ext cx="1663594" cy="432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6" h="1513" extrusionOk="0">
                      <a:moveTo>
                        <a:pt x="5472" y="1"/>
                      </a:moveTo>
                      <a:cubicBezTo>
                        <a:pt x="5455" y="1"/>
                        <a:pt x="5437" y="2"/>
                        <a:pt x="5420" y="4"/>
                      </a:cubicBezTo>
                      <a:lnTo>
                        <a:pt x="285" y="877"/>
                      </a:lnTo>
                      <a:cubicBezTo>
                        <a:pt x="121" y="903"/>
                        <a:pt x="0" y="1067"/>
                        <a:pt x="26" y="1247"/>
                      </a:cubicBezTo>
                      <a:cubicBezTo>
                        <a:pt x="49" y="1401"/>
                        <a:pt x="176" y="1512"/>
                        <a:pt x="326" y="1512"/>
                      </a:cubicBezTo>
                      <a:cubicBezTo>
                        <a:pt x="347" y="1512"/>
                        <a:pt x="370" y="1510"/>
                        <a:pt x="392" y="1505"/>
                      </a:cubicBezTo>
                      <a:lnTo>
                        <a:pt x="5527" y="632"/>
                      </a:lnTo>
                      <a:cubicBezTo>
                        <a:pt x="5704" y="606"/>
                        <a:pt x="5815" y="442"/>
                        <a:pt x="5786" y="266"/>
                      </a:cubicBezTo>
                      <a:cubicBezTo>
                        <a:pt x="5762" y="104"/>
                        <a:pt x="5627" y="1"/>
                        <a:pt x="547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1" name="Google Shape;2231;p30"/>
                <p:cNvSpPr/>
                <p:nvPr/>
              </p:nvSpPr>
              <p:spPr>
                <a:xfrm>
                  <a:off x="4691178" y="2757774"/>
                  <a:ext cx="429342" cy="406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" h="1422" extrusionOk="0">
                      <a:moveTo>
                        <a:pt x="512" y="1"/>
                      </a:moveTo>
                      <a:cubicBezTo>
                        <a:pt x="487" y="1"/>
                        <a:pt x="460" y="11"/>
                        <a:pt x="438" y="35"/>
                      </a:cubicBezTo>
                      <a:lnTo>
                        <a:pt x="43" y="483"/>
                      </a:lnTo>
                      <a:cubicBezTo>
                        <a:pt x="0" y="525"/>
                        <a:pt x="0" y="578"/>
                        <a:pt x="43" y="620"/>
                      </a:cubicBezTo>
                      <a:lnTo>
                        <a:pt x="942" y="1395"/>
                      </a:lnTo>
                      <a:cubicBezTo>
                        <a:pt x="954" y="1414"/>
                        <a:pt x="972" y="1422"/>
                        <a:pt x="991" y="1422"/>
                      </a:cubicBezTo>
                      <a:cubicBezTo>
                        <a:pt x="1015" y="1422"/>
                        <a:pt x="1041" y="1411"/>
                        <a:pt x="1063" y="1395"/>
                      </a:cubicBezTo>
                      <a:lnTo>
                        <a:pt x="1471" y="934"/>
                      </a:lnTo>
                      <a:cubicBezTo>
                        <a:pt x="1501" y="891"/>
                        <a:pt x="1501" y="836"/>
                        <a:pt x="1458" y="810"/>
                      </a:cubicBezTo>
                      <a:lnTo>
                        <a:pt x="559" y="19"/>
                      </a:lnTo>
                      <a:cubicBezTo>
                        <a:pt x="548" y="7"/>
                        <a:pt x="531" y="1"/>
                        <a:pt x="51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2" name="Google Shape;2232;p30"/>
                <p:cNvSpPr/>
                <p:nvPr/>
              </p:nvSpPr>
              <p:spPr>
                <a:xfrm>
                  <a:off x="2225817" y="3066979"/>
                  <a:ext cx="1390428" cy="70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1" h="246" extrusionOk="0">
                      <a:moveTo>
                        <a:pt x="1716" y="0"/>
                      </a:moveTo>
                      <a:lnTo>
                        <a:pt x="0" y="137"/>
                      </a:lnTo>
                      <a:lnTo>
                        <a:pt x="4860" y="245"/>
                      </a:lnTo>
                      <a:lnTo>
                        <a:pt x="4860" y="245"/>
                      </a:lnTo>
                      <a:lnTo>
                        <a:pt x="3282" y="0"/>
                      </a:lnTo>
                      <a:lnTo>
                        <a:pt x="2438" y="69"/>
                      </a:lnTo>
                      <a:lnTo>
                        <a:pt x="17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3" name="Google Shape;2233;p30"/>
                <p:cNvSpPr/>
                <p:nvPr/>
              </p:nvSpPr>
              <p:spPr>
                <a:xfrm>
                  <a:off x="3604806" y="1797265"/>
                  <a:ext cx="494845" cy="487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0" h="1704" extrusionOk="0">
                      <a:moveTo>
                        <a:pt x="873" y="0"/>
                      </a:moveTo>
                      <a:lnTo>
                        <a:pt x="667" y="477"/>
                      </a:lnTo>
                      <a:lnTo>
                        <a:pt x="164" y="340"/>
                      </a:lnTo>
                      <a:lnTo>
                        <a:pt x="409" y="791"/>
                      </a:lnTo>
                      <a:lnTo>
                        <a:pt x="0" y="1089"/>
                      </a:lnTo>
                      <a:lnTo>
                        <a:pt x="504" y="1187"/>
                      </a:lnTo>
                      <a:lnTo>
                        <a:pt x="477" y="1703"/>
                      </a:lnTo>
                      <a:lnTo>
                        <a:pt x="477" y="1703"/>
                      </a:lnTo>
                      <a:lnTo>
                        <a:pt x="873" y="1363"/>
                      </a:lnTo>
                      <a:lnTo>
                        <a:pt x="1252" y="1703"/>
                      </a:lnTo>
                      <a:lnTo>
                        <a:pt x="1252" y="1703"/>
                      </a:lnTo>
                      <a:lnTo>
                        <a:pt x="1226" y="1187"/>
                      </a:lnTo>
                      <a:lnTo>
                        <a:pt x="1729" y="1089"/>
                      </a:lnTo>
                      <a:lnTo>
                        <a:pt x="1321" y="791"/>
                      </a:lnTo>
                      <a:lnTo>
                        <a:pt x="1566" y="340"/>
                      </a:lnTo>
                      <a:lnTo>
                        <a:pt x="1063" y="477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4" name="Google Shape;2234;p30"/>
                <p:cNvSpPr/>
                <p:nvPr/>
              </p:nvSpPr>
              <p:spPr>
                <a:xfrm>
                  <a:off x="5377383" y="2844443"/>
                  <a:ext cx="253715" cy="134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" h="470" extrusionOk="0">
                      <a:moveTo>
                        <a:pt x="707" y="1"/>
                      </a:moveTo>
                      <a:cubicBezTo>
                        <a:pt x="698" y="1"/>
                        <a:pt x="689" y="2"/>
                        <a:pt x="680" y="3"/>
                      </a:cubicBezTo>
                      <a:lnTo>
                        <a:pt x="121" y="193"/>
                      </a:lnTo>
                      <a:cubicBezTo>
                        <a:pt x="40" y="206"/>
                        <a:pt x="1" y="288"/>
                        <a:pt x="27" y="369"/>
                      </a:cubicBezTo>
                      <a:cubicBezTo>
                        <a:pt x="50" y="430"/>
                        <a:pt x="105" y="470"/>
                        <a:pt x="174" y="470"/>
                      </a:cubicBezTo>
                      <a:cubicBezTo>
                        <a:pt x="184" y="470"/>
                        <a:pt x="193" y="469"/>
                        <a:pt x="203" y="467"/>
                      </a:cubicBezTo>
                      <a:lnTo>
                        <a:pt x="762" y="275"/>
                      </a:lnTo>
                      <a:cubicBezTo>
                        <a:pt x="844" y="262"/>
                        <a:pt x="886" y="180"/>
                        <a:pt x="857" y="98"/>
                      </a:cubicBezTo>
                      <a:cubicBezTo>
                        <a:pt x="834" y="38"/>
                        <a:pt x="769" y="1"/>
                        <a:pt x="70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5" name="Google Shape;2235;p30"/>
                <p:cNvSpPr/>
                <p:nvPr/>
              </p:nvSpPr>
              <p:spPr>
                <a:xfrm>
                  <a:off x="6603914" y="2778941"/>
                  <a:ext cx="249997" cy="90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4" h="315" extrusionOk="0">
                      <a:moveTo>
                        <a:pt x="151" y="0"/>
                      </a:moveTo>
                      <a:cubicBezTo>
                        <a:pt x="70" y="0"/>
                        <a:pt x="1" y="69"/>
                        <a:pt x="1" y="138"/>
                      </a:cubicBezTo>
                      <a:cubicBezTo>
                        <a:pt x="1" y="219"/>
                        <a:pt x="57" y="288"/>
                        <a:pt x="138" y="288"/>
                      </a:cubicBezTo>
                      <a:lnTo>
                        <a:pt x="723" y="314"/>
                      </a:lnTo>
                      <a:cubicBezTo>
                        <a:pt x="805" y="314"/>
                        <a:pt x="874" y="258"/>
                        <a:pt x="874" y="177"/>
                      </a:cubicBezTo>
                      <a:cubicBezTo>
                        <a:pt x="874" y="95"/>
                        <a:pt x="818" y="26"/>
                        <a:pt x="736" y="26"/>
                      </a:cubicBez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6" name="Google Shape;2236;p30"/>
                <p:cNvSpPr/>
                <p:nvPr/>
              </p:nvSpPr>
              <p:spPr>
                <a:xfrm>
                  <a:off x="2236973" y="4317814"/>
                  <a:ext cx="238555" cy="120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4" h="423" extrusionOk="0">
                      <a:moveTo>
                        <a:pt x="451" y="0"/>
                      </a:moveTo>
                      <a:cubicBezTo>
                        <a:pt x="438" y="0"/>
                        <a:pt x="0" y="314"/>
                        <a:pt x="0" y="314"/>
                      </a:cubicBezTo>
                      <a:cubicBezTo>
                        <a:pt x="0" y="314"/>
                        <a:pt x="69" y="422"/>
                        <a:pt x="219" y="422"/>
                      </a:cubicBezTo>
                      <a:lnTo>
                        <a:pt x="834" y="422"/>
                      </a:lnTo>
                      <a:lnTo>
                        <a:pt x="45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7" name="Google Shape;2237;p30"/>
                <p:cNvSpPr/>
                <p:nvPr/>
              </p:nvSpPr>
              <p:spPr>
                <a:xfrm>
                  <a:off x="3612243" y="4317814"/>
                  <a:ext cx="149026" cy="117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" h="410" extrusionOk="0">
                      <a:moveTo>
                        <a:pt x="30" y="0"/>
                      </a:moveTo>
                      <a:lnTo>
                        <a:pt x="0" y="246"/>
                      </a:lnTo>
                      <a:lnTo>
                        <a:pt x="112" y="409"/>
                      </a:lnTo>
                      <a:lnTo>
                        <a:pt x="383" y="285"/>
                      </a:lnTo>
                      <a:lnTo>
                        <a:pt x="520" y="151"/>
                      </a:lnTo>
                      <a:lnTo>
                        <a:pt x="259" y="56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8" name="Google Shape;2238;p30"/>
                <p:cNvSpPr/>
                <p:nvPr/>
              </p:nvSpPr>
              <p:spPr>
                <a:xfrm>
                  <a:off x="2533308" y="4240299"/>
                  <a:ext cx="93820" cy="70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" h="246" extrusionOk="0">
                      <a:moveTo>
                        <a:pt x="164" y="0"/>
                      </a:moveTo>
                      <a:cubicBezTo>
                        <a:pt x="164" y="0"/>
                        <a:pt x="13" y="95"/>
                        <a:pt x="0" y="108"/>
                      </a:cubicBezTo>
                      <a:lnTo>
                        <a:pt x="27" y="190"/>
                      </a:lnTo>
                      <a:lnTo>
                        <a:pt x="138" y="245"/>
                      </a:lnTo>
                      <a:lnTo>
                        <a:pt x="327" y="216"/>
                      </a:lnTo>
                      <a:lnTo>
                        <a:pt x="301" y="95"/>
                      </a:lnTo>
                      <a:lnTo>
                        <a:pt x="16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9" name="Google Shape;2239;p30"/>
                <p:cNvSpPr/>
                <p:nvPr/>
              </p:nvSpPr>
              <p:spPr>
                <a:xfrm>
                  <a:off x="2420037" y="4461691"/>
                  <a:ext cx="117275" cy="59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" h="207" extrusionOk="0">
                      <a:moveTo>
                        <a:pt x="1" y="1"/>
                      </a:moveTo>
                      <a:lnTo>
                        <a:pt x="83" y="207"/>
                      </a:lnTo>
                      <a:lnTo>
                        <a:pt x="328" y="164"/>
                      </a:lnTo>
                      <a:lnTo>
                        <a:pt x="409" y="1"/>
                      </a:lnTo>
                      <a:lnTo>
                        <a:pt x="207" y="27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0" name="Google Shape;2240;p30"/>
                <p:cNvSpPr/>
                <p:nvPr/>
              </p:nvSpPr>
              <p:spPr>
                <a:xfrm>
                  <a:off x="3312189" y="4177657"/>
                  <a:ext cx="148739" cy="140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" h="491" extrusionOk="0">
                      <a:moveTo>
                        <a:pt x="464" y="0"/>
                      </a:moveTo>
                      <a:cubicBezTo>
                        <a:pt x="451" y="0"/>
                        <a:pt x="327" y="95"/>
                        <a:pt x="327" y="95"/>
                      </a:cubicBezTo>
                      <a:lnTo>
                        <a:pt x="0" y="69"/>
                      </a:lnTo>
                      <a:lnTo>
                        <a:pt x="219" y="245"/>
                      </a:lnTo>
                      <a:lnTo>
                        <a:pt x="232" y="490"/>
                      </a:lnTo>
                      <a:lnTo>
                        <a:pt x="520" y="271"/>
                      </a:lnTo>
                      <a:lnTo>
                        <a:pt x="46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1" name="Google Shape;2241;p30"/>
                <p:cNvSpPr/>
                <p:nvPr/>
              </p:nvSpPr>
              <p:spPr>
                <a:xfrm>
                  <a:off x="2619405" y="4282346"/>
                  <a:ext cx="131863" cy="11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" h="409" extrusionOk="0">
                      <a:moveTo>
                        <a:pt x="461" y="0"/>
                      </a:moveTo>
                      <a:cubicBezTo>
                        <a:pt x="448" y="0"/>
                        <a:pt x="327" y="82"/>
                        <a:pt x="327" y="82"/>
                      </a:cubicBezTo>
                      <a:lnTo>
                        <a:pt x="95" y="138"/>
                      </a:lnTo>
                      <a:lnTo>
                        <a:pt x="0" y="314"/>
                      </a:lnTo>
                      <a:lnTo>
                        <a:pt x="232" y="409"/>
                      </a:lnTo>
                      <a:lnTo>
                        <a:pt x="435" y="343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2" name="Google Shape;2242;p30"/>
                <p:cNvSpPr/>
                <p:nvPr/>
              </p:nvSpPr>
              <p:spPr>
                <a:xfrm>
                  <a:off x="2587369" y="4426794"/>
                  <a:ext cx="104118" cy="85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300" extrusionOk="0">
                      <a:moveTo>
                        <a:pt x="168" y="0"/>
                      </a:moveTo>
                      <a:cubicBezTo>
                        <a:pt x="167" y="0"/>
                        <a:pt x="166" y="1"/>
                        <a:pt x="164" y="2"/>
                      </a:cubicBezTo>
                      <a:cubicBezTo>
                        <a:pt x="151" y="15"/>
                        <a:pt x="17" y="110"/>
                        <a:pt x="1" y="136"/>
                      </a:cubicBezTo>
                      <a:lnTo>
                        <a:pt x="112" y="136"/>
                      </a:lnTo>
                      <a:lnTo>
                        <a:pt x="138" y="299"/>
                      </a:lnTo>
                      <a:cubicBezTo>
                        <a:pt x="138" y="299"/>
                        <a:pt x="247" y="258"/>
                        <a:pt x="308" y="258"/>
                      </a:cubicBezTo>
                      <a:cubicBezTo>
                        <a:pt x="315" y="258"/>
                        <a:pt x="322" y="259"/>
                        <a:pt x="328" y="260"/>
                      </a:cubicBezTo>
                      <a:cubicBezTo>
                        <a:pt x="330" y="261"/>
                        <a:pt x="331" y="261"/>
                        <a:pt x="333" y="261"/>
                      </a:cubicBezTo>
                      <a:cubicBezTo>
                        <a:pt x="364" y="261"/>
                        <a:pt x="288" y="122"/>
                        <a:pt x="262" y="110"/>
                      </a:cubicBezTo>
                      <a:cubicBezTo>
                        <a:pt x="235" y="98"/>
                        <a:pt x="188" y="0"/>
                        <a:pt x="16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3" name="Google Shape;2243;p30"/>
                <p:cNvSpPr/>
                <p:nvPr/>
              </p:nvSpPr>
              <p:spPr>
                <a:xfrm>
                  <a:off x="3511272" y="4146765"/>
                  <a:ext cx="116989" cy="70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46" extrusionOk="0">
                      <a:moveTo>
                        <a:pt x="0" y="0"/>
                      </a:moveTo>
                      <a:lnTo>
                        <a:pt x="69" y="245"/>
                      </a:lnTo>
                      <a:lnTo>
                        <a:pt x="327" y="190"/>
                      </a:lnTo>
                      <a:lnTo>
                        <a:pt x="409" y="0"/>
                      </a:lnTo>
                      <a:lnTo>
                        <a:pt x="190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" name="Google Shape;2185;p30">
            <a:extLst>
              <a:ext uri="{FF2B5EF4-FFF2-40B4-BE49-F238E27FC236}">
                <a16:creationId xmlns:a16="http://schemas.microsoft.com/office/drawing/2014/main" id="{A821C847-6DAB-12B6-5C34-D5125AC48516}"/>
              </a:ext>
            </a:extLst>
          </p:cNvPr>
          <p:cNvSpPr txBox="1">
            <a:spLocks/>
          </p:cNvSpPr>
          <p:nvPr/>
        </p:nvSpPr>
        <p:spPr>
          <a:xfrm>
            <a:off x="2033697" y="2957347"/>
            <a:ext cx="1055400" cy="4476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ExtraBold"/>
              <a:buNone/>
              <a:defRPr sz="2400" b="0" i="0" u="none" strike="noStrike" cap="none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4" name="Google Shape;2185;p30">
            <a:extLst>
              <a:ext uri="{FF2B5EF4-FFF2-40B4-BE49-F238E27FC236}">
                <a16:creationId xmlns:a16="http://schemas.microsoft.com/office/drawing/2014/main" id="{3B33FF1D-57C5-696C-03EF-353CA452FB15}"/>
              </a:ext>
            </a:extLst>
          </p:cNvPr>
          <p:cNvSpPr txBox="1">
            <a:spLocks/>
          </p:cNvSpPr>
          <p:nvPr/>
        </p:nvSpPr>
        <p:spPr>
          <a:xfrm>
            <a:off x="5531088" y="2915721"/>
            <a:ext cx="1055400" cy="4476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ExtraBold"/>
              <a:buNone/>
              <a:defRPr sz="2400" b="0" i="0" u="none" strike="noStrike" cap="none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dirty="0"/>
              <a:t>09</a:t>
            </a:r>
          </a:p>
        </p:txBody>
      </p:sp>
      <p:sp>
        <p:nvSpPr>
          <p:cNvPr id="5" name="Google Shape;2185;p30">
            <a:extLst>
              <a:ext uri="{FF2B5EF4-FFF2-40B4-BE49-F238E27FC236}">
                <a16:creationId xmlns:a16="http://schemas.microsoft.com/office/drawing/2014/main" id="{0F2309BE-5CB6-D169-EA9A-00C7E189C726}"/>
              </a:ext>
            </a:extLst>
          </p:cNvPr>
          <p:cNvSpPr txBox="1">
            <a:spLocks/>
          </p:cNvSpPr>
          <p:nvPr/>
        </p:nvSpPr>
        <p:spPr>
          <a:xfrm>
            <a:off x="3784488" y="2957347"/>
            <a:ext cx="1055400" cy="4476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ExtraBold"/>
              <a:buNone/>
              <a:defRPr sz="2400" b="0" i="0" u="none" strike="noStrike" cap="none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dirty="0"/>
              <a:t>08</a:t>
            </a:r>
          </a:p>
        </p:txBody>
      </p:sp>
      <p:sp>
        <p:nvSpPr>
          <p:cNvPr id="6" name="Google Shape;2193;p30">
            <a:extLst>
              <a:ext uri="{FF2B5EF4-FFF2-40B4-BE49-F238E27FC236}">
                <a16:creationId xmlns:a16="http://schemas.microsoft.com/office/drawing/2014/main" id="{0C961FDA-6949-B5DE-B23F-812B3DAB02DE}"/>
              </a:ext>
            </a:extLst>
          </p:cNvPr>
          <p:cNvSpPr txBox="1">
            <a:spLocks/>
          </p:cNvSpPr>
          <p:nvPr/>
        </p:nvSpPr>
        <p:spPr>
          <a:xfrm>
            <a:off x="6893457" y="1945901"/>
            <a:ext cx="1669338" cy="70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800" dirty="0"/>
              <a:t>Suggested </a:t>
            </a:r>
            <a:r>
              <a:rPr lang="en-US" sz="1600" dirty="0"/>
              <a:t>solution</a:t>
            </a:r>
            <a:endParaRPr lang="en-US" sz="1800" dirty="0"/>
          </a:p>
        </p:txBody>
      </p:sp>
      <p:sp>
        <p:nvSpPr>
          <p:cNvPr id="7" name="Google Shape;2193;p30">
            <a:extLst>
              <a:ext uri="{FF2B5EF4-FFF2-40B4-BE49-F238E27FC236}">
                <a16:creationId xmlns:a16="http://schemas.microsoft.com/office/drawing/2014/main" id="{A33E5DAC-49D9-CCD1-74E2-7967E4F22019}"/>
              </a:ext>
            </a:extLst>
          </p:cNvPr>
          <p:cNvSpPr txBox="1">
            <a:spLocks/>
          </p:cNvSpPr>
          <p:nvPr/>
        </p:nvSpPr>
        <p:spPr>
          <a:xfrm>
            <a:off x="5224119" y="1922729"/>
            <a:ext cx="1669338" cy="70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600" dirty="0"/>
              <a:t>Research findings</a:t>
            </a:r>
          </a:p>
        </p:txBody>
      </p:sp>
      <p:sp>
        <p:nvSpPr>
          <p:cNvPr id="8" name="Google Shape;2193;p30">
            <a:extLst>
              <a:ext uri="{FF2B5EF4-FFF2-40B4-BE49-F238E27FC236}">
                <a16:creationId xmlns:a16="http://schemas.microsoft.com/office/drawing/2014/main" id="{B7A27439-A418-B6A8-EA32-F0BBEA14C6EE}"/>
              </a:ext>
            </a:extLst>
          </p:cNvPr>
          <p:cNvSpPr txBox="1">
            <a:spLocks/>
          </p:cNvSpPr>
          <p:nvPr/>
        </p:nvSpPr>
        <p:spPr>
          <a:xfrm>
            <a:off x="1730919" y="3618994"/>
            <a:ext cx="1669338" cy="70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600" dirty="0"/>
              <a:t>Requirement and Analysis</a:t>
            </a:r>
          </a:p>
        </p:txBody>
      </p:sp>
      <p:sp>
        <p:nvSpPr>
          <p:cNvPr id="9" name="Google Shape;2193;p30">
            <a:extLst>
              <a:ext uri="{FF2B5EF4-FFF2-40B4-BE49-F238E27FC236}">
                <a16:creationId xmlns:a16="http://schemas.microsoft.com/office/drawing/2014/main" id="{EFDABC3D-3CEB-4EFB-FA16-D0FAEB844B32}"/>
              </a:ext>
            </a:extLst>
          </p:cNvPr>
          <p:cNvSpPr txBox="1">
            <a:spLocks/>
          </p:cNvSpPr>
          <p:nvPr/>
        </p:nvSpPr>
        <p:spPr>
          <a:xfrm>
            <a:off x="3400257" y="1922729"/>
            <a:ext cx="1669338" cy="70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600" dirty="0"/>
              <a:t>Problem definition</a:t>
            </a:r>
          </a:p>
        </p:txBody>
      </p:sp>
      <p:sp>
        <p:nvSpPr>
          <p:cNvPr id="10" name="Google Shape;2193;p30">
            <a:extLst>
              <a:ext uri="{FF2B5EF4-FFF2-40B4-BE49-F238E27FC236}">
                <a16:creationId xmlns:a16="http://schemas.microsoft.com/office/drawing/2014/main" id="{5388774C-5FC2-C515-C7F3-A4B8B5F170F1}"/>
              </a:ext>
            </a:extLst>
          </p:cNvPr>
          <p:cNvSpPr txBox="1">
            <a:spLocks/>
          </p:cNvSpPr>
          <p:nvPr/>
        </p:nvSpPr>
        <p:spPr>
          <a:xfrm>
            <a:off x="0" y="3611627"/>
            <a:ext cx="1669338" cy="70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600" dirty="0"/>
              <a:t>Targeted users</a:t>
            </a:r>
          </a:p>
        </p:txBody>
      </p:sp>
      <p:sp>
        <p:nvSpPr>
          <p:cNvPr id="11" name="Google Shape;2193;p30">
            <a:extLst>
              <a:ext uri="{FF2B5EF4-FFF2-40B4-BE49-F238E27FC236}">
                <a16:creationId xmlns:a16="http://schemas.microsoft.com/office/drawing/2014/main" id="{2B36279A-0BE2-4E3B-B4C3-596078672834}"/>
              </a:ext>
            </a:extLst>
          </p:cNvPr>
          <p:cNvSpPr txBox="1">
            <a:spLocks/>
          </p:cNvSpPr>
          <p:nvPr/>
        </p:nvSpPr>
        <p:spPr>
          <a:xfrm>
            <a:off x="5231739" y="3533590"/>
            <a:ext cx="1669338" cy="70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600" dirty="0"/>
              <a:t>User interface</a:t>
            </a:r>
          </a:p>
        </p:txBody>
      </p:sp>
      <p:sp>
        <p:nvSpPr>
          <p:cNvPr id="20" name="Google Shape;2193;p30">
            <a:extLst>
              <a:ext uri="{FF2B5EF4-FFF2-40B4-BE49-F238E27FC236}">
                <a16:creationId xmlns:a16="http://schemas.microsoft.com/office/drawing/2014/main" id="{CA206634-A94D-45B4-A042-EB8A2129661D}"/>
              </a:ext>
            </a:extLst>
          </p:cNvPr>
          <p:cNvSpPr txBox="1">
            <a:spLocks/>
          </p:cNvSpPr>
          <p:nvPr/>
        </p:nvSpPr>
        <p:spPr>
          <a:xfrm>
            <a:off x="1669338" y="1922729"/>
            <a:ext cx="1669338" cy="70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600" dirty="0"/>
              <a:t>Project aims</a:t>
            </a:r>
          </a:p>
        </p:txBody>
      </p:sp>
      <p:sp>
        <p:nvSpPr>
          <p:cNvPr id="21" name="Google Shape;2193;p30">
            <a:extLst>
              <a:ext uri="{FF2B5EF4-FFF2-40B4-BE49-F238E27FC236}">
                <a16:creationId xmlns:a16="http://schemas.microsoft.com/office/drawing/2014/main" id="{477169D2-8CD8-C1BB-00C4-C756247F153E}"/>
              </a:ext>
            </a:extLst>
          </p:cNvPr>
          <p:cNvSpPr txBox="1">
            <a:spLocks/>
          </p:cNvSpPr>
          <p:nvPr/>
        </p:nvSpPr>
        <p:spPr>
          <a:xfrm>
            <a:off x="-15681" y="1922729"/>
            <a:ext cx="1669338" cy="707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600" dirty="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9" name="Google Shape;2349;p32"/>
          <p:cNvSpPr/>
          <p:nvPr/>
        </p:nvSpPr>
        <p:spPr>
          <a:xfrm>
            <a:off x="1497913" y="1278825"/>
            <a:ext cx="3213600" cy="32136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0" name="Google Shape;2350;p32"/>
          <p:cNvSpPr txBox="1">
            <a:spLocks noGrp="1"/>
          </p:cNvSpPr>
          <p:nvPr>
            <p:ph type="title"/>
          </p:nvPr>
        </p:nvSpPr>
        <p:spPr>
          <a:xfrm>
            <a:off x="4956363" y="482976"/>
            <a:ext cx="4090993" cy="7206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Introduction</a:t>
            </a:r>
            <a:endParaRPr sz="3600" dirty="0"/>
          </a:p>
        </p:txBody>
      </p:sp>
      <p:grpSp>
        <p:nvGrpSpPr>
          <p:cNvPr id="2352" name="Google Shape;2352;p32"/>
          <p:cNvGrpSpPr/>
          <p:nvPr/>
        </p:nvGrpSpPr>
        <p:grpSpPr>
          <a:xfrm>
            <a:off x="435284" y="2391181"/>
            <a:ext cx="2351004" cy="4425656"/>
            <a:chOff x="5492025" y="895275"/>
            <a:chExt cx="2055612" cy="3869595"/>
          </a:xfrm>
        </p:grpSpPr>
        <p:sp>
          <p:nvSpPr>
            <p:cNvPr id="2353" name="Google Shape;2353;p32"/>
            <p:cNvSpPr/>
            <p:nvPr/>
          </p:nvSpPr>
          <p:spPr>
            <a:xfrm>
              <a:off x="5492025" y="895275"/>
              <a:ext cx="2055612" cy="3869595"/>
            </a:xfrm>
            <a:custGeom>
              <a:avLst/>
              <a:gdLst/>
              <a:ahLst/>
              <a:cxnLst/>
              <a:rect l="l" t="t" r="r" b="b"/>
              <a:pathLst>
                <a:path w="16887" h="31789" extrusionOk="0">
                  <a:moveTo>
                    <a:pt x="3773" y="0"/>
                  </a:moveTo>
                  <a:cubicBezTo>
                    <a:pt x="1687" y="0"/>
                    <a:pt x="1" y="1687"/>
                    <a:pt x="1" y="3759"/>
                  </a:cubicBezTo>
                  <a:lnTo>
                    <a:pt x="1" y="15729"/>
                  </a:lnTo>
                  <a:lnTo>
                    <a:pt x="14" y="15729"/>
                  </a:lnTo>
                  <a:lnTo>
                    <a:pt x="14" y="31788"/>
                  </a:lnTo>
                  <a:lnTo>
                    <a:pt x="2874" y="31788"/>
                  </a:lnTo>
                  <a:lnTo>
                    <a:pt x="2874" y="13157"/>
                  </a:lnTo>
                  <a:lnTo>
                    <a:pt x="2861" y="13157"/>
                  </a:lnTo>
                  <a:lnTo>
                    <a:pt x="2861" y="3759"/>
                  </a:lnTo>
                  <a:cubicBezTo>
                    <a:pt x="2861" y="3269"/>
                    <a:pt x="3269" y="2860"/>
                    <a:pt x="3773" y="2860"/>
                  </a:cubicBezTo>
                  <a:cubicBezTo>
                    <a:pt x="4276" y="2860"/>
                    <a:pt x="4684" y="3269"/>
                    <a:pt x="4684" y="3759"/>
                  </a:cubicBezTo>
                  <a:lnTo>
                    <a:pt x="4671" y="12748"/>
                  </a:lnTo>
                  <a:cubicBezTo>
                    <a:pt x="4671" y="14817"/>
                    <a:pt x="6374" y="16507"/>
                    <a:pt x="8443" y="16507"/>
                  </a:cubicBezTo>
                  <a:cubicBezTo>
                    <a:pt x="10525" y="16507"/>
                    <a:pt x="12215" y="14817"/>
                    <a:pt x="12215" y="12748"/>
                  </a:cubicBezTo>
                  <a:lnTo>
                    <a:pt x="12215" y="3759"/>
                  </a:lnTo>
                  <a:cubicBezTo>
                    <a:pt x="12215" y="3269"/>
                    <a:pt x="12624" y="2860"/>
                    <a:pt x="13114" y="2860"/>
                  </a:cubicBezTo>
                  <a:cubicBezTo>
                    <a:pt x="13618" y="2860"/>
                    <a:pt x="14026" y="3269"/>
                    <a:pt x="14026" y="3759"/>
                  </a:cubicBezTo>
                  <a:lnTo>
                    <a:pt x="14026" y="13157"/>
                  </a:lnTo>
                  <a:lnTo>
                    <a:pt x="14026" y="31788"/>
                  </a:lnTo>
                  <a:lnTo>
                    <a:pt x="16886" y="31788"/>
                  </a:lnTo>
                  <a:lnTo>
                    <a:pt x="16886" y="15729"/>
                  </a:lnTo>
                  <a:lnTo>
                    <a:pt x="16886" y="3759"/>
                  </a:lnTo>
                  <a:cubicBezTo>
                    <a:pt x="16886" y="1687"/>
                    <a:pt x="15200" y="0"/>
                    <a:pt x="13114" y="0"/>
                  </a:cubicBezTo>
                  <a:cubicBezTo>
                    <a:pt x="11045" y="0"/>
                    <a:pt x="9355" y="1687"/>
                    <a:pt x="9355" y="3759"/>
                  </a:cubicBezTo>
                  <a:lnTo>
                    <a:pt x="9355" y="12748"/>
                  </a:lnTo>
                  <a:cubicBezTo>
                    <a:pt x="9355" y="13209"/>
                    <a:pt x="9002" y="13591"/>
                    <a:pt x="8564" y="13647"/>
                  </a:cubicBezTo>
                  <a:lnTo>
                    <a:pt x="8336" y="13647"/>
                  </a:lnTo>
                  <a:cubicBezTo>
                    <a:pt x="7884" y="13591"/>
                    <a:pt x="7531" y="13209"/>
                    <a:pt x="7531" y="12748"/>
                  </a:cubicBezTo>
                  <a:lnTo>
                    <a:pt x="7531" y="3759"/>
                  </a:lnTo>
                  <a:cubicBezTo>
                    <a:pt x="7531" y="1687"/>
                    <a:pt x="5842" y="0"/>
                    <a:pt x="37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4" name="Google Shape;2354;p32"/>
            <p:cNvGrpSpPr/>
            <p:nvPr/>
          </p:nvGrpSpPr>
          <p:grpSpPr>
            <a:xfrm>
              <a:off x="5659156" y="1062406"/>
              <a:ext cx="1720973" cy="3496726"/>
              <a:chOff x="5659156" y="1062406"/>
              <a:chExt cx="1720973" cy="3496726"/>
            </a:xfrm>
          </p:grpSpPr>
          <p:sp>
            <p:nvSpPr>
              <p:cNvPr id="2355" name="Google Shape;2355;p32"/>
              <p:cNvSpPr/>
              <p:nvPr/>
            </p:nvSpPr>
            <p:spPr>
              <a:xfrm>
                <a:off x="5661103" y="264595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32"/>
              <p:cNvSpPr/>
              <p:nvPr/>
            </p:nvSpPr>
            <p:spPr>
              <a:xfrm>
                <a:off x="7366861" y="375646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32"/>
              <p:cNvSpPr/>
              <p:nvPr/>
            </p:nvSpPr>
            <p:spPr>
              <a:xfrm>
                <a:off x="7366861" y="3862732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32"/>
              <p:cNvSpPr/>
              <p:nvPr/>
            </p:nvSpPr>
            <p:spPr>
              <a:xfrm>
                <a:off x="7366861" y="364861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32"/>
              <p:cNvSpPr/>
              <p:nvPr/>
            </p:nvSpPr>
            <p:spPr>
              <a:xfrm>
                <a:off x="7366861" y="4506059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32"/>
              <p:cNvSpPr/>
              <p:nvPr/>
            </p:nvSpPr>
            <p:spPr>
              <a:xfrm>
                <a:off x="7366861" y="397046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32"/>
              <p:cNvSpPr/>
              <p:nvPr/>
            </p:nvSpPr>
            <p:spPr>
              <a:xfrm>
                <a:off x="7366861" y="407831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32"/>
              <p:cNvSpPr/>
              <p:nvPr/>
            </p:nvSpPr>
            <p:spPr>
              <a:xfrm>
                <a:off x="7366861" y="4184213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32"/>
              <p:cNvSpPr/>
              <p:nvPr/>
            </p:nvSpPr>
            <p:spPr>
              <a:xfrm>
                <a:off x="7366861" y="4398209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1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32"/>
              <p:cNvSpPr/>
              <p:nvPr/>
            </p:nvSpPr>
            <p:spPr>
              <a:xfrm>
                <a:off x="7366861" y="429194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32"/>
              <p:cNvSpPr/>
              <p:nvPr/>
            </p:nvSpPr>
            <p:spPr>
              <a:xfrm>
                <a:off x="7366861" y="2896221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32"/>
              <p:cNvSpPr/>
              <p:nvPr/>
            </p:nvSpPr>
            <p:spPr>
              <a:xfrm>
                <a:off x="7366861" y="3004071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32"/>
              <p:cNvSpPr/>
              <p:nvPr/>
            </p:nvSpPr>
            <p:spPr>
              <a:xfrm>
                <a:off x="7366861" y="2789954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64"/>
                    </a:lnTo>
                    <a:lnTo>
                      <a:pt x="108" y="14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32"/>
              <p:cNvSpPr/>
              <p:nvPr/>
            </p:nvSpPr>
            <p:spPr>
              <a:xfrm>
                <a:off x="7366861" y="311143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32"/>
              <p:cNvSpPr/>
              <p:nvPr/>
            </p:nvSpPr>
            <p:spPr>
              <a:xfrm>
                <a:off x="7366861" y="3217702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32"/>
              <p:cNvSpPr/>
              <p:nvPr/>
            </p:nvSpPr>
            <p:spPr>
              <a:xfrm>
                <a:off x="7366861" y="3325552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32"/>
              <p:cNvSpPr/>
              <p:nvPr/>
            </p:nvSpPr>
            <p:spPr>
              <a:xfrm>
                <a:off x="7366861" y="3539182"/>
                <a:ext cx="13268" cy="5660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0" y="1"/>
                    </a:moveTo>
                    <a:lnTo>
                      <a:pt x="0" y="30"/>
                    </a:lnTo>
                    <a:lnTo>
                      <a:pt x="0" y="439"/>
                    </a:lnTo>
                    <a:lnTo>
                      <a:pt x="0" y="465"/>
                    </a:lnTo>
                    <a:lnTo>
                      <a:pt x="108" y="465"/>
                    </a:lnTo>
                    <a:lnTo>
                      <a:pt x="108" y="439"/>
                    </a:lnTo>
                    <a:lnTo>
                      <a:pt x="108" y="30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32"/>
              <p:cNvSpPr/>
              <p:nvPr/>
            </p:nvSpPr>
            <p:spPr>
              <a:xfrm>
                <a:off x="7366861" y="3431819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32"/>
              <p:cNvSpPr/>
              <p:nvPr/>
            </p:nvSpPr>
            <p:spPr>
              <a:xfrm>
                <a:off x="5833347" y="1069101"/>
                <a:ext cx="54656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449" h="246" extrusionOk="0">
                    <a:moveTo>
                      <a:pt x="423" y="1"/>
                    </a:moveTo>
                    <a:cubicBezTo>
                      <a:pt x="285" y="43"/>
                      <a:pt x="138" y="83"/>
                      <a:pt x="1" y="151"/>
                    </a:cubicBezTo>
                    <a:lnTo>
                      <a:pt x="40" y="246"/>
                    </a:lnTo>
                    <a:cubicBezTo>
                      <a:pt x="178" y="190"/>
                      <a:pt x="315" y="138"/>
                      <a:pt x="449" y="109"/>
                    </a:cubicBezTo>
                    <a:lnTo>
                      <a:pt x="4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32"/>
              <p:cNvSpPr/>
              <p:nvPr/>
            </p:nvSpPr>
            <p:spPr>
              <a:xfrm>
                <a:off x="5659156" y="1720827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11" y="436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32"/>
              <p:cNvSpPr/>
              <p:nvPr/>
            </p:nvSpPr>
            <p:spPr>
              <a:xfrm>
                <a:off x="5659156" y="1826729"/>
                <a:ext cx="13633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11" y="451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32"/>
              <p:cNvSpPr/>
              <p:nvPr/>
            </p:nvSpPr>
            <p:spPr>
              <a:xfrm>
                <a:off x="5659156" y="1506831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32"/>
              <p:cNvSpPr/>
              <p:nvPr/>
            </p:nvSpPr>
            <p:spPr>
              <a:xfrm>
                <a:off x="5682649" y="1190097"/>
                <a:ext cx="38222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314" h="452" extrusionOk="0">
                    <a:moveTo>
                      <a:pt x="216" y="0"/>
                    </a:moveTo>
                    <a:cubicBezTo>
                      <a:pt x="134" y="138"/>
                      <a:pt x="69" y="259"/>
                      <a:pt x="0" y="396"/>
                    </a:cubicBezTo>
                    <a:lnTo>
                      <a:pt x="108" y="452"/>
                    </a:lnTo>
                    <a:cubicBezTo>
                      <a:pt x="164" y="314"/>
                      <a:pt x="232" y="193"/>
                      <a:pt x="314" y="69"/>
                    </a:cubicBezTo>
                    <a:lnTo>
                      <a:pt x="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32"/>
              <p:cNvSpPr/>
              <p:nvPr/>
            </p:nvSpPr>
            <p:spPr>
              <a:xfrm>
                <a:off x="5659156" y="1398981"/>
                <a:ext cx="13633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11" y="439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32"/>
              <p:cNvSpPr/>
              <p:nvPr/>
            </p:nvSpPr>
            <p:spPr>
              <a:xfrm>
                <a:off x="5743878" y="1114140"/>
                <a:ext cx="49908" cy="44674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340" y="0"/>
                    </a:moveTo>
                    <a:cubicBezTo>
                      <a:pt x="220" y="82"/>
                      <a:pt x="108" y="177"/>
                      <a:pt x="1" y="285"/>
                    </a:cubicBezTo>
                    <a:lnTo>
                      <a:pt x="82" y="366"/>
                    </a:lnTo>
                    <a:cubicBezTo>
                      <a:pt x="177" y="258"/>
                      <a:pt x="285" y="164"/>
                      <a:pt x="409" y="82"/>
                    </a:cubicBezTo>
                    <a:lnTo>
                      <a:pt x="34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32"/>
              <p:cNvSpPr/>
              <p:nvPr/>
            </p:nvSpPr>
            <p:spPr>
              <a:xfrm>
                <a:off x="5659156" y="1291131"/>
                <a:ext cx="19963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64" h="452" extrusionOk="0">
                    <a:moveTo>
                      <a:pt x="56" y="1"/>
                    </a:moveTo>
                    <a:cubicBezTo>
                      <a:pt x="30" y="151"/>
                      <a:pt x="17" y="301"/>
                      <a:pt x="0" y="452"/>
                    </a:cubicBezTo>
                    <a:lnTo>
                      <a:pt x="111" y="452"/>
                    </a:lnTo>
                    <a:cubicBezTo>
                      <a:pt x="125" y="301"/>
                      <a:pt x="138" y="164"/>
                      <a:pt x="164" y="30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32"/>
              <p:cNvSpPr/>
              <p:nvPr/>
            </p:nvSpPr>
            <p:spPr>
              <a:xfrm>
                <a:off x="5659156" y="1613098"/>
                <a:ext cx="13633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32"/>
              <p:cNvSpPr/>
              <p:nvPr/>
            </p:nvSpPr>
            <p:spPr>
              <a:xfrm>
                <a:off x="5659156" y="2470055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32"/>
              <p:cNvSpPr/>
              <p:nvPr/>
            </p:nvSpPr>
            <p:spPr>
              <a:xfrm>
                <a:off x="5659156" y="2576323"/>
                <a:ext cx="13633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11" y="44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32"/>
              <p:cNvSpPr/>
              <p:nvPr/>
            </p:nvSpPr>
            <p:spPr>
              <a:xfrm>
                <a:off x="5659156" y="1934579"/>
                <a:ext cx="13633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32"/>
              <p:cNvSpPr/>
              <p:nvPr/>
            </p:nvSpPr>
            <p:spPr>
              <a:xfrm>
                <a:off x="5659156" y="2683808"/>
                <a:ext cx="13633" cy="533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11" y="43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32"/>
              <p:cNvSpPr/>
              <p:nvPr/>
            </p:nvSpPr>
            <p:spPr>
              <a:xfrm>
                <a:off x="5659156" y="2040725"/>
                <a:ext cx="13633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11" y="449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32"/>
              <p:cNvSpPr/>
              <p:nvPr/>
            </p:nvSpPr>
            <p:spPr>
              <a:xfrm>
                <a:off x="5659156" y="2148575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32"/>
              <p:cNvSpPr/>
              <p:nvPr/>
            </p:nvSpPr>
            <p:spPr>
              <a:xfrm>
                <a:off x="5659156" y="2362205"/>
                <a:ext cx="13633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11" y="452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32"/>
              <p:cNvSpPr/>
              <p:nvPr/>
            </p:nvSpPr>
            <p:spPr>
              <a:xfrm>
                <a:off x="5659156" y="2256060"/>
                <a:ext cx="13633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11" y="43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32"/>
              <p:cNvSpPr/>
              <p:nvPr/>
            </p:nvSpPr>
            <p:spPr>
              <a:xfrm>
                <a:off x="6228107" y="196598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32"/>
              <p:cNvSpPr/>
              <p:nvPr/>
            </p:nvSpPr>
            <p:spPr>
              <a:xfrm>
                <a:off x="6228107" y="1430386"/>
                <a:ext cx="14851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21" y="439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32"/>
              <p:cNvSpPr/>
              <p:nvPr/>
            </p:nvSpPr>
            <p:spPr>
              <a:xfrm>
                <a:off x="6228107" y="1538236"/>
                <a:ext cx="14851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21" y="439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Google Shape;2393;p32"/>
              <p:cNvSpPr/>
              <p:nvPr/>
            </p:nvSpPr>
            <p:spPr>
              <a:xfrm>
                <a:off x="6228107" y="1644504"/>
                <a:ext cx="14851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21" y="448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32"/>
              <p:cNvSpPr/>
              <p:nvPr/>
            </p:nvSpPr>
            <p:spPr>
              <a:xfrm>
                <a:off x="6228107" y="2393733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32"/>
              <p:cNvSpPr/>
              <p:nvPr/>
            </p:nvSpPr>
            <p:spPr>
              <a:xfrm>
                <a:off x="6448554" y="2715578"/>
                <a:ext cx="54656" cy="21546"/>
              </a:xfrm>
              <a:custGeom>
                <a:avLst/>
                <a:gdLst/>
                <a:ahLst/>
                <a:cxnLst/>
                <a:rect l="l" t="t" r="r" b="b"/>
                <a:pathLst>
                  <a:path w="449" h="177" extrusionOk="0">
                    <a:moveTo>
                      <a:pt x="26" y="1"/>
                    </a:moveTo>
                    <a:lnTo>
                      <a:pt x="0" y="108"/>
                    </a:lnTo>
                    <a:cubicBezTo>
                      <a:pt x="134" y="148"/>
                      <a:pt x="285" y="164"/>
                      <a:pt x="435" y="177"/>
                    </a:cubicBezTo>
                    <a:lnTo>
                      <a:pt x="448" y="66"/>
                    </a:lnTo>
                    <a:cubicBezTo>
                      <a:pt x="298" y="53"/>
                      <a:pt x="164" y="40"/>
                      <a:pt x="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32"/>
              <p:cNvSpPr/>
              <p:nvPr/>
            </p:nvSpPr>
            <p:spPr>
              <a:xfrm>
                <a:off x="6228107" y="1752354"/>
                <a:ext cx="14851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21" y="435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32"/>
              <p:cNvSpPr/>
              <p:nvPr/>
            </p:nvSpPr>
            <p:spPr>
              <a:xfrm>
                <a:off x="6234437" y="2499878"/>
                <a:ext cx="26780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220" h="449" extrusionOk="0">
                    <a:moveTo>
                      <a:pt x="112" y="1"/>
                    </a:moveTo>
                    <a:lnTo>
                      <a:pt x="1" y="14"/>
                    </a:lnTo>
                    <a:cubicBezTo>
                      <a:pt x="30" y="164"/>
                      <a:pt x="69" y="315"/>
                      <a:pt x="125" y="449"/>
                    </a:cubicBezTo>
                    <a:lnTo>
                      <a:pt x="220" y="409"/>
                    </a:lnTo>
                    <a:cubicBezTo>
                      <a:pt x="177" y="272"/>
                      <a:pt x="138" y="138"/>
                      <a:pt x="1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32"/>
              <p:cNvSpPr/>
              <p:nvPr/>
            </p:nvSpPr>
            <p:spPr>
              <a:xfrm>
                <a:off x="6349103" y="2672244"/>
                <a:ext cx="52951" cy="38222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14" extrusionOk="0">
                    <a:moveTo>
                      <a:pt x="69" y="0"/>
                    </a:moveTo>
                    <a:lnTo>
                      <a:pt x="0" y="82"/>
                    </a:lnTo>
                    <a:cubicBezTo>
                      <a:pt x="121" y="177"/>
                      <a:pt x="258" y="245"/>
                      <a:pt x="396" y="314"/>
                    </a:cubicBezTo>
                    <a:lnTo>
                      <a:pt x="435" y="219"/>
                    </a:lnTo>
                    <a:cubicBezTo>
                      <a:pt x="314" y="151"/>
                      <a:pt x="190" y="82"/>
                      <a:pt x="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32"/>
              <p:cNvSpPr/>
              <p:nvPr/>
            </p:nvSpPr>
            <p:spPr>
              <a:xfrm>
                <a:off x="6274241" y="2596164"/>
                <a:ext cx="43457" cy="49908"/>
              </a:xfrm>
              <a:custGeom>
                <a:avLst/>
                <a:gdLst/>
                <a:ahLst/>
                <a:cxnLst/>
                <a:rect l="l" t="t" r="r" b="b"/>
                <a:pathLst>
                  <a:path w="357" h="410" extrusionOk="0">
                    <a:moveTo>
                      <a:pt x="95" y="1"/>
                    </a:moveTo>
                    <a:lnTo>
                      <a:pt x="1" y="53"/>
                    </a:lnTo>
                    <a:cubicBezTo>
                      <a:pt x="82" y="190"/>
                      <a:pt x="177" y="298"/>
                      <a:pt x="275" y="409"/>
                    </a:cubicBezTo>
                    <a:lnTo>
                      <a:pt x="357" y="341"/>
                    </a:lnTo>
                    <a:cubicBezTo>
                      <a:pt x="259" y="230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32"/>
              <p:cNvSpPr/>
              <p:nvPr/>
            </p:nvSpPr>
            <p:spPr>
              <a:xfrm>
                <a:off x="5939614" y="1062406"/>
                <a:ext cx="54656" cy="16798"/>
              </a:xfrm>
              <a:custGeom>
                <a:avLst/>
                <a:gdLst/>
                <a:ahLst/>
                <a:cxnLst/>
                <a:rect l="l" t="t" r="r" b="b"/>
                <a:pathLst>
                  <a:path w="449" h="138" extrusionOk="0">
                    <a:moveTo>
                      <a:pt x="1" y="0"/>
                    </a:moveTo>
                    <a:lnTo>
                      <a:pt x="1" y="111"/>
                    </a:lnTo>
                    <a:lnTo>
                      <a:pt x="96" y="111"/>
                    </a:lnTo>
                    <a:cubicBezTo>
                      <a:pt x="203" y="111"/>
                      <a:pt x="328" y="111"/>
                      <a:pt x="435" y="138"/>
                    </a:cubicBezTo>
                    <a:lnTo>
                      <a:pt x="449" y="30"/>
                    </a:lnTo>
                    <a:cubicBezTo>
                      <a:pt x="341" y="0"/>
                      <a:pt x="216" y="0"/>
                      <a:pt x="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32"/>
              <p:cNvSpPr/>
              <p:nvPr/>
            </p:nvSpPr>
            <p:spPr>
              <a:xfrm>
                <a:off x="6228107" y="1323023"/>
                <a:ext cx="14851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08" y="0"/>
                    </a:moveTo>
                    <a:lnTo>
                      <a:pt x="0" y="13"/>
                    </a:lnTo>
                    <a:lnTo>
                      <a:pt x="0" y="245"/>
                    </a:lnTo>
                    <a:lnTo>
                      <a:pt x="0" y="448"/>
                    </a:lnTo>
                    <a:lnTo>
                      <a:pt x="121" y="448"/>
                    </a:lnTo>
                    <a:lnTo>
                      <a:pt x="121" y="245"/>
                    </a:lnTo>
                    <a:cubicBezTo>
                      <a:pt x="121" y="164"/>
                      <a:pt x="108" y="82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32"/>
              <p:cNvSpPr/>
              <p:nvPr/>
            </p:nvSpPr>
            <p:spPr>
              <a:xfrm>
                <a:off x="6198284" y="1218338"/>
                <a:ext cx="31527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2" extrusionOk="0">
                    <a:moveTo>
                      <a:pt x="95" y="1"/>
                    </a:moveTo>
                    <a:lnTo>
                      <a:pt x="0" y="56"/>
                    </a:lnTo>
                    <a:cubicBezTo>
                      <a:pt x="53" y="177"/>
                      <a:pt x="108" y="314"/>
                      <a:pt x="147" y="452"/>
                    </a:cubicBezTo>
                    <a:lnTo>
                      <a:pt x="259" y="422"/>
                    </a:lnTo>
                    <a:cubicBezTo>
                      <a:pt x="216" y="272"/>
                      <a:pt x="164" y="138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32"/>
              <p:cNvSpPr/>
              <p:nvPr/>
            </p:nvSpPr>
            <p:spPr>
              <a:xfrm>
                <a:off x="6133403" y="1133981"/>
                <a:ext cx="46622" cy="47839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93" extrusionOk="0">
                    <a:moveTo>
                      <a:pt x="69" y="1"/>
                    </a:moveTo>
                    <a:lnTo>
                      <a:pt x="1" y="82"/>
                    </a:lnTo>
                    <a:cubicBezTo>
                      <a:pt x="108" y="177"/>
                      <a:pt x="206" y="272"/>
                      <a:pt x="288" y="393"/>
                    </a:cubicBezTo>
                    <a:lnTo>
                      <a:pt x="383" y="327"/>
                    </a:lnTo>
                    <a:cubicBezTo>
                      <a:pt x="288" y="203"/>
                      <a:pt x="177" y="95"/>
                      <a:pt x="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32"/>
              <p:cNvSpPr/>
              <p:nvPr/>
            </p:nvSpPr>
            <p:spPr>
              <a:xfrm>
                <a:off x="6042352" y="1079083"/>
                <a:ext cx="54534" cy="3311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272" extrusionOk="0">
                    <a:moveTo>
                      <a:pt x="39" y="1"/>
                    </a:moveTo>
                    <a:lnTo>
                      <a:pt x="0" y="95"/>
                    </a:lnTo>
                    <a:cubicBezTo>
                      <a:pt x="137" y="151"/>
                      <a:pt x="271" y="206"/>
                      <a:pt x="396" y="272"/>
                    </a:cubicBezTo>
                    <a:lnTo>
                      <a:pt x="448" y="177"/>
                    </a:lnTo>
                    <a:cubicBezTo>
                      <a:pt x="327" y="108"/>
                      <a:pt x="177" y="43"/>
                      <a:pt x="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32"/>
              <p:cNvSpPr/>
              <p:nvPr/>
            </p:nvSpPr>
            <p:spPr>
              <a:xfrm>
                <a:off x="6228107" y="228783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32"/>
              <p:cNvSpPr/>
              <p:nvPr/>
            </p:nvSpPr>
            <p:spPr>
              <a:xfrm>
                <a:off x="6228107" y="2073834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32"/>
              <p:cNvSpPr/>
              <p:nvPr/>
            </p:nvSpPr>
            <p:spPr>
              <a:xfrm>
                <a:off x="6228107" y="1858134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32"/>
              <p:cNvSpPr/>
              <p:nvPr/>
            </p:nvSpPr>
            <p:spPr>
              <a:xfrm>
                <a:off x="6228107" y="217998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32"/>
              <p:cNvSpPr/>
              <p:nvPr/>
            </p:nvSpPr>
            <p:spPr>
              <a:xfrm>
                <a:off x="7151161" y="1069101"/>
                <a:ext cx="5502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6" extrusionOk="0">
                    <a:moveTo>
                      <a:pt x="30" y="1"/>
                    </a:moveTo>
                    <a:lnTo>
                      <a:pt x="1" y="109"/>
                    </a:lnTo>
                    <a:cubicBezTo>
                      <a:pt x="138" y="138"/>
                      <a:pt x="275" y="190"/>
                      <a:pt x="409" y="246"/>
                    </a:cubicBezTo>
                    <a:lnTo>
                      <a:pt x="452" y="151"/>
                    </a:lnTo>
                    <a:cubicBezTo>
                      <a:pt x="314" y="83"/>
                      <a:pt x="180" y="43"/>
                      <a:pt x="3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32"/>
              <p:cNvSpPr/>
              <p:nvPr/>
            </p:nvSpPr>
            <p:spPr>
              <a:xfrm>
                <a:off x="7366861" y="1720827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32"/>
              <p:cNvSpPr/>
              <p:nvPr/>
            </p:nvSpPr>
            <p:spPr>
              <a:xfrm>
                <a:off x="7366861" y="1826729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32"/>
              <p:cNvSpPr/>
              <p:nvPr/>
            </p:nvSpPr>
            <p:spPr>
              <a:xfrm>
                <a:off x="7366861" y="150683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32"/>
              <p:cNvSpPr/>
              <p:nvPr/>
            </p:nvSpPr>
            <p:spPr>
              <a:xfrm>
                <a:off x="7318657" y="1190097"/>
                <a:ext cx="38344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2" extrusionOk="0">
                    <a:moveTo>
                      <a:pt x="96" y="0"/>
                    </a:moveTo>
                    <a:lnTo>
                      <a:pt x="1" y="69"/>
                    </a:lnTo>
                    <a:cubicBezTo>
                      <a:pt x="82" y="193"/>
                      <a:pt x="151" y="314"/>
                      <a:pt x="207" y="452"/>
                    </a:cubicBezTo>
                    <a:lnTo>
                      <a:pt x="315" y="396"/>
                    </a:lnTo>
                    <a:cubicBezTo>
                      <a:pt x="259" y="259"/>
                      <a:pt x="177" y="138"/>
                      <a:pt x="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32"/>
              <p:cNvSpPr/>
              <p:nvPr/>
            </p:nvSpPr>
            <p:spPr>
              <a:xfrm>
                <a:off x="7366861" y="1398981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32"/>
              <p:cNvSpPr/>
              <p:nvPr/>
            </p:nvSpPr>
            <p:spPr>
              <a:xfrm>
                <a:off x="7245864" y="1114140"/>
                <a:ext cx="49908" cy="44674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69" y="0"/>
                    </a:moveTo>
                    <a:lnTo>
                      <a:pt x="1" y="82"/>
                    </a:lnTo>
                    <a:cubicBezTo>
                      <a:pt x="122" y="164"/>
                      <a:pt x="233" y="258"/>
                      <a:pt x="327" y="366"/>
                    </a:cubicBezTo>
                    <a:lnTo>
                      <a:pt x="409" y="285"/>
                    </a:lnTo>
                    <a:cubicBezTo>
                      <a:pt x="314" y="177"/>
                      <a:pt x="190" y="82"/>
                      <a:pt x="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32"/>
              <p:cNvSpPr/>
              <p:nvPr/>
            </p:nvSpPr>
            <p:spPr>
              <a:xfrm>
                <a:off x="7360044" y="1291131"/>
                <a:ext cx="20085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112" y="1"/>
                    </a:moveTo>
                    <a:lnTo>
                      <a:pt x="1" y="30"/>
                    </a:lnTo>
                    <a:cubicBezTo>
                      <a:pt x="30" y="164"/>
                      <a:pt x="56" y="301"/>
                      <a:pt x="56" y="452"/>
                    </a:cubicBezTo>
                    <a:lnTo>
                      <a:pt x="164" y="452"/>
                    </a:lnTo>
                    <a:cubicBezTo>
                      <a:pt x="164" y="301"/>
                      <a:pt x="138" y="151"/>
                      <a:pt x="1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32"/>
              <p:cNvSpPr/>
              <p:nvPr/>
            </p:nvSpPr>
            <p:spPr>
              <a:xfrm>
                <a:off x="7366861" y="1613098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32"/>
              <p:cNvSpPr/>
              <p:nvPr/>
            </p:nvSpPr>
            <p:spPr>
              <a:xfrm>
                <a:off x="7366861" y="2470055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32"/>
              <p:cNvSpPr/>
              <p:nvPr/>
            </p:nvSpPr>
            <p:spPr>
              <a:xfrm>
                <a:off x="7366861" y="2576323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32"/>
              <p:cNvSpPr/>
              <p:nvPr/>
            </p:nvSpPr>
            <p:spPr>
              <a:xfrm>
                <a:off x="7366861" y="1934579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32"/>
              <p:cNvSpPr/>
              <p:nvPr/>
            </p:nvSpPr>
            <p:spPr>
              <a:xfrm>
                <a:off x="7366861" y="2683808"/>
                <a:ext cx="13268" cy="533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32"/>
              <p:cNvSpPr/>
              <p:nvPr/>
            </p:nvSpPr>
            <p:spPr>
              <a:xfrm>
                <a:off x="7366861" y="2040725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32"/>
              <p:cNvSpPr/>
              <p:nvPr/>
            </p:nvSpPr>
            <p:spPr>
              <a:xfrm>
                <a:off x="7366861" y="2148575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32"/>
              <p:cNvSpPr/>
              <p:nvPr/>
            </p:nvSpPr>
            <p:spPr>
              <a:xfrm>
                <a:off x="7366861" y="2362205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32"/>
              <p:cNvSpPr/>
              <p:nvPr/>
            </p:nvSpPr>
            <p:spPr>
              <a:xfrm>
                <a:off x="7366861" y="2256060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32"/>
              <p:cNvSpPr/>
              <p:nvPr/>
            </p:nvSpPr>
            <p:spPr>
              <a:xfrm>
                <a:off x="6798275" y="196598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32"/>
              <p:cNvSpPr/>
              <p:nvPr/>
            </p:nvSpPr>
            <p:spPr>
              <a:xfrm>
                <a:off x="6798275" y="1430386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32"/>
              <p:cNvSpPr/>
              <p:nvPr/>
            </p:nvSpPr>
            <p:spPr>
              <a:xfrm>
                <a:off x="6798275" y="1538236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32"/>
              <p:cNvSpPr/>
              <p:nvPr/>
            </p:nvSpPr>
            <p:spPr>
              <a:xfrm>
                <a:off x="6798275" y="1644504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32"/>
              <p:cNvSpPr/>
              <p:nvPr/>
            </p:nvSpPr>
            <p:spPr>
              <a:xfrm>
                <a:off x="6798275" y="2393733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32"/>
              <p:cNvSpPr/>
              <p:nvPr/>
            </p:nvSpPr>
            <p:spPr>
              <a:xfrm>
                <a:off x="6536441" y="2715578"/>
                <a:ext cx="54656" cy="21546"/>
              </a:xfrm>
              <a:custGeom>
                <a:avLst/>
                <a:gdLst/>
                <a:ahLst/>
                <a:cxnLst/>
                <a:rect l="l" t="t" r="r" b="b"/>
                <a:pathLst>
                  <a:path w="449" h="177" extrusionOk="0">
                    <a:moveTo>
                      <a:pt x="422" y="1"/>
                    </a:moveTo>
                    <a:cubicBezTo>
                      <a:pt x="285" y="40"/>
                      <a:pt x="148" y="53"/>
                      <a:pt x="1" y="66"/>
                    </a:cubicBezTo>
                    <a:lnTo>
                      <a:pt x="14" y="177"/>
                    </a:lnTo>
                    <a:cubicBezTo>
                      <a:pt x="164" y="164"/>
                      <a:pt x="311" y="148"/>
                      <a:pt x="448" y="108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32"/>
              <p:cNvSpPr/>
              <p:nvPr/>
            </p:nvSpPr>
            <p:spPr>
              <a:xfrm>
                <a:off x="6798275" y="1752354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32"/>
              <p:cNvSpPr/>
              <p:nvPr/>
            </p:nvSpPr>
            <p:spPr>
              <a:xfrm>
                <a:off x="6778312" y="2499878"/>
                <a:ext cx="28484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234" h="449" extrusionOk="0">
                    <a:moveTo>
                      <a:pt x="122" y="1"/>
                    </a:moveTo>
                    <a:cubicBezTo>
                      <a:pt x="96" y="138"/>
                      <a:pt x="57" y="272"/>
                      <a:pt x="1" y="409"/>
                    </a:cubicBezTo>
                    <a:lnTo>
                      <a:pt x="96" y="449"/>
                    </a:lnTo>
                    <a:cubicBezTo>
                      <a:pt x="151" y="315"/>
                      <a:pt x="204" y="164"/>
                      <a:pt x="233" y="14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32"/>
              <p:cNvSpPr/>
              <p:nvPr/>
            </p:nvSpPr>
            <p:spPr>
              <a:xfrm>
                <a:off x="6637474" y="2672244"/>
                <a:ext cx="53073" cy="38222"/>
              </a:xfrm>
              <a:custGeom>
                <a:avLst/>
                <a:gdLst/>
                <a:ahLst/>
                <a:cxnLst/>
                <a:rect l="l" t="t" r="r" b="b"/>
                <a:pathLst>
                  <a:path w="436" h="314" extrusionOk="0">
                    <a:moveTo>
                      <a:pt x="367" y="0"/>
                    </a:moveTo>
                    <a:cubicBezTo>
                      <a:pt x="259" y="82"/>
                      <a:pt x="135" y="151"/>
                      <a:pt x="1" y="219"/>
                    </a:cubicBezTo>
                    <a:lnTo>
                      <a:pt x="53" y="314"/>
                    </a:lnTo>
                    <a:cubicBezTo>
                      <a:pt x="190" y="245"/>
                      <a:pt x="315" y="177"/>
                      <a:pt x="436" y="82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32"/>
              <p:cNvSpPr/>
              <p:nvPr/>
            </p:nvSpPr>
            <p:spPr>
              <a:xfrm>
                <a:off x="6721831" y="2596164"/>
                <a:ext cx="43578" cy="49908"/>
              </a:xfrm>
              <a:custGeom>
                <a:avLst/>
                <a:gdLst/>
                <a:ahLst/>
                <a:cxnLst/>
                <a:rect l="l" t="t" r="r" b="b"/>
                <a:pathLst>
                  <a:path w="358" h="410" extrusionOk="0">
                    <a:moveTo>
                      <a:pt x="259" y="1"/>
                    </a:moveTo>
                    <a:cubicBezTo>
                      <a:pt x="194" y="122"/>
                      <a:pt x="96" y="230"/>
                      <a:pt x="1" y="341"/>
                    </a:cubicBezTo>
                    <a:lnTo>
                      <a:pt x="83" y="409"/>
                    </a:lnTo>
                    <a:cubicBezTo>
                      <a:pt x="177" y="298"/>
                      <a:pt x="275" y="190"/>
                      <a:pt x="357" y="53"/>
                    </a:cubicBezTo>
                    <a:lnTo>
                      <a:pt x="25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32"/>
              <p:cNvSpPr/>
              <p:nvPr/>
            </p:nvSpPr>
            <p:spPr>
              <a:xfrm>
                <a:off x="7045380" y="1062406"/>
                <a:ext cx="54534" cy="16798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8" extrusionOk="0">
                    <a:moveTo>
                      <a:pt x="353" y="0"/>
                    </a:moveTo>
                    <a:cubicBezTo>
                      <a:pt x="245" y="0"/>
                      <a:pt x="121" y="0"/>
                      <a:pt x="0" y="30"/>
                    </a:cubicBezTo>
                    <a:lnTo>
                      <a:pt x="13" y="138"/>
                    </a:lnTo>
                    <a:cubicBezTo>
                      <a:pt x="134" y="111"/>
                      <a:pt x="245" y="111"/>
                      <a:pt x="353" y="111"/>
                    </a:cubicBezTo>
                    <a:lnTo>
                      <a:pt x="448" y="111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32"/>
              <p:cNvSpPr/>
              <p:nvPr/>
            </p:nvSpPr>
            <p:spPr>
              <a:xfrm>
                <a:off x="6798275" y="1323023"/>
                <a:ext cx="14851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3" y="0"/>
                    </a:moveTo>
                    <a:cubicBezTo>
                      <a:pt x="0" y="82"/>
                      <a:pt x="0" y="164"/>
                      <a:pt x="0" y="245"/>
                    </a:cubicBez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245"/>
                    </a:lnTo>
                    <a:cubicBezTo>
                      <a:pt x="108" y="177"/>
                      <a:pt x="108" y="95"/>
                      <a:pt x="121" y="13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32"/>
              <p:cNvSpPr/>
              <p:nvPr/>
            </p:nvSpPr>
            <p:spPr>
              <a:xfrm>
                <a:off x="6809839" y="1218338"/>
                <a:ext cx="33110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52" extrusionOk="0">
                    <a:moveTo>
                      <a:pt x="177" y="1"/>
                    </a:moveTo>
                    <a:cubicBezTo>
                      <a:pt x="108" y="138"/>
                      <a:pt x="43" y="272"/>
                      <a:pt x="0" y="422"/>
                    </a:cubicBezTo>
                    <a:lnTo>
                      <a:pt x="108" y="452"/>
                    </a:lnTo>
                    <a:cubicBezTo>
                      <a:pt x="151" y="314"/>
                      <a:pt x="206" y="177"/>
                      <a:pt x="271" y="56"/>
                    </a:cubicBez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32"/>
              <p:cNvSpPr/>
              <p:nvPr/>
            </p:nvSpPr>
            <p:spPr>
              <a:xfrm>
                <a:off x="6861086" y="1133981"/>
                <a:ext cx="46743" cy="4783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3" extrusionOk="0">
                    <a:moveTo>
                      <a:pt x="302" y="1"/>
                    </a:moveTo>
                    <a:cubicBezTo>
                      <a:pt x="194" y="95"/>
                      <a:pt x="83" y="203"/>
                      <a:pt x="1" y="327"/>
                    </a:cubicBezTo>
                    <a:lnTo>
                      <a:pt x="83" y="393"/>
                    </a:lnTo>
                    <a:cubicBezTo>
                      <a:pt x="164" y="272"/>
                      <a:pt x="275" y="177"/>
                      <a:pt x="383" y="82"/>
                    </a:cubicBezTo>
                    <a:lnTo>
                      <a:pt x="30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32"/>
              <p:cNvSpPr/>
              <p:nvPr/>
            </p:nvSpPr>
            <p:spPr>
              <a:xfrm>
                <a:off x="6942278" y="1079083"/>
                <a:ext cx="55021" cy="3311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72" extrusionOk="0">
                    <a:moveTo>
                      <a:pt x="409" y="1"/>
                    </a:moveTo>
                    <a:cubicBezTo>
                      <a:pt x="275" y="43"/>
                      <a:pt x="138" y="108"/>
                      <a:pt x="1" y="177"/>
                    </a:cubicBezTo>
                    <a:lnTo>
                      <a:pt x="56" y="272"/>
                    </a:lnTo>
                    <a:cubicBezTo>
                      <a:pt x="180" y="206"/>
                      <a:pt x="314" y="151"/>
                      <a:pt x="452" y="95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32"/>
              <p:cNvSpPr/>
              <p:nvPr/>
            </p:nvSpPr>
            <p:spPr>
              <a:xfrm>
                <a:off x="6798275" y="228783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32"/>
              <p:cNvSpPr/>
              <p:nvPr/>
            </p:nvSpPr>
            <p:spPr>
              <a:xfrm>
                <a:off x="6798275" y="2073834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32"/>
              <p:cNvSpPr/>
              <p:nvPr/>
            </p:nvSpPr>
            <p:spPr>
              <a:xfrm>
                <a:off x="6798275" y="1858134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32"/>
              <p:cNvSpPr/>
              <p:nvPr/>
            </p:nvSpPr>
            <p:spPr>
              <a:xfrm>
                <a:off x="6798275" y="217998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32"/>
              <p:cNvSpPr/>
              <p:nvPr/>
            </p:nvSpPr>
            <p:spPr>
              <a:xfrm>
                <a:off x="5661103" y="375646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32"/>
              <p:cNvSpPr/>
              <p:nvPr/>
            </p:nvSpPr>
            <p:spPr>
              <a:xfrm>
                <a:off x="5661103" y="3862732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32"/>
              <p:cNvSpPr/>
              <p:nvPr/>
            </p:nvSpPr>
            <p:spPr>
              <a:xfrm>
                <a:off x="5661103" y="364861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32"/>
              <p:cNvSpPr/>
              <p:nvPr/>
            </p:nvSpPr>
            <p:spPr>
              <a:xfrm>
                <a:off x="5661103" y="4506059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32"/>
              <p:cNvSpPr/>
              <p:nvPr/>
            </p:nvSpPr>
            <p:spPr>
              <a:xfrm>
                <a:off x="5661103" y="397046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32"/>
              <p:cNvSpPr/>
              <p:nvPr/>
            </p:nvSpPr>
            <p:spPr>
              <a:xfrm>
                <a:off x="5661103" y="407831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32"/>
              <p:cNvSpPr/>
              <p:nvPr/>
            </p:nvSpPr>
            <p:spPr>
              <a:xfrm>
                <a:off x="5661103" y="4184213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32"/>
              <p:cNvSpPr/>
              <p:nvPr/>
            </p:nvSpPr>
            <p:spPr>
              <a:xfrm>
                <a:off x="5661103" y="4398209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32"/>
              <p:cNvSpPr/>
              <p:nvPr/>
            </p:nvSpPr>
            <p:spPr>
              <a:xfrm>
                <a:off x="5661103" y="429194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32"/>
              <p:cNvSpPr/>
              <p:nvPr/>
            </p:nvSpPr>
            <p:spPr>
              <a:xfrm>
                <a:off x="5661103" y="2896221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32"/>
              <p:cNvSpPr/>
              <p:nvPr/>
            </p:nvSpPr>
            <p:spPr>
              <a:xfrm>
                <a:off x="5661103" y="3004071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32"/>
              <p:cNvSpPr/>
              <p:nvPr/>
            </p:nvSpPr>
            <p:spPr>
              <a:xfrm>
                <a:off x="5659156" y="2789954"/>
                <a:ext cx="15216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436" extrusionOk="0">
                    <a:moveTo>
                      <a:pt x="17" y="1"/>
                    </a:moveTo>
                    <a:lnTo>
                      <a:pt x="17" y="14"/>
                    </a:lnTo>
                    <a:lnTo>
                      <a:pt x="0" y="14"/>
                    </a:lnTo>
                    <a:lnTo>
                      <a:pt x="0" y="164"/>
                    </a:lnTo>
                    <a:lnTo>
                      <a:pt x="17" y="164"/>
                    </a:lnTo>
                    <a:lnTo>
                      <a:pt x="17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32"/>
              <p:cNvSpPr/>
              <p:nvPr/>
            </p:nvSpPr>
            <p:spPr>
              <a:xfrm>
                <a:off x="5661103" y="311143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32"/>
              <p:cNvSpPr/>
              <p:nvPr/>
            </p:nvSpPr>
            <p:spPr>
              <a:xfrm>
                <a:off x="5661103" y="3217702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459;p32"/>
              <p:cNvSpPr/>
              <p:nvPr/>
            </p:nvSpPr>
            <p:spPr>
              <a:xfrm>
                <a:off x="5661103" y="3325552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460;p32"/>
              <p:cNvSpPr/>
              <p:nvPr/>
            </p:nvSpPr>
            <p:spPr>
              <a:xfrm>
                <a:off x="5661103" y="3539182"/>
                <a:ext cx="13268" cy="5660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1"/>
                    </a:moveTo>
                    <a:lnTo>
                      <a:pt x="1" y="30"/>
                    </a:lnTo>
                    <a:lnTo>
                      <a:pt x="1" y="439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9"/>
                    </a:lnTo>
                    <a:lnTo>
                      <a:pt x="109" y="30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32"/>
              <p:cNvSpPr/>
              <p:nvPr/>
            </p:nvSpPr>
            <p:spPr>
              <a:xfrm>
                <a:off x="5661103" y="3431819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62" name="Google Shape;2462;p32"/>
          <p:cNvGrpSpPr/>
          <p:nvPr/>
        </p:nvGrpSpPr>
        <p:grpSpPr>
          <a:xfrm>
            <a:off x="1080275" y="482975"/>
            <a:ext cx="2714372" cy="4003230"/>
            <a:chOff x="1080275" y="482975"/>
            <a:chExt cx="2714372" cy="4003230"/>
          </a:xfrm>
        </p:grpSpPr>
        <p:grpSp>
          <p:nvGrpSpPr>
            <p:cNvPr id="2463" name="Google Shape;2463;p32"/>
            <p:cNvGrpSpPr/>
            <p:nvPr/>
          </p:nvGrpSpPr>
          <p:grpSpPr>
            <a:xfrm rot="-754058">
              <a:off x="1692569" y="1032547"/>
              <a:ext cx="1764045" cy="3301286"/>
              <a:chOff x="5120779" y="818439"/>
              <a:chExt cx="1836564" cy="3437000"/>
            </a:xfrm>
          </p:grpSpPr>
          <p:sp>
            <p:nvSpPr>
              <p:cNvPr id="2464" name="Google Shape;2464;p32"/>
              <p:cNvSpPr/>
              <p:nvPr/>
            </p:nvSpPr>
            <p:spPr>
              <a:xfrm>
                <a:off x="5120779" y="818439"/>
                <a:ext cx="1836564" cy="3437000"/>
              </a:xfrm>
              <a:custGeom>
                <a:avLst/>
                <a:gdLst/>
                <a:ahLst/>
                <a:cxnLst/>
                <a:rect l="l" t="t" r="r" b="b"/>
                <a:pathLst>
                  <a:path w="37357" h="69911" extrusionOk="0">
                    <a:moveTo>
                      <a:pt x="3283" y="0"/>
                    </a:moveTo>
                    <a:cubicBezTo>
                      <a:pt x="1520" y="0"/>
                      <a:pt x="1" y="1520"/>
                      <a:pt x="1" y="3435"/>
                    </a:cubicBezTo>
                    <a:lnTo>
                      <a:pt x="1" y="66627"/>
                    </a:lnTo>
                    <a:cubicBezTo>
                      <a:pt x="1" y="68390"/>
                      <a:pt x="1520" y="69910"/>
                      <a:pt x="3283" y="69910"/>
                    </a:cubicBezTo>
                    <a:lnTo>
                      <a:pt x="34074" y="69910"/>
                    </a:lnTo>
                    <a:cubicBezTo>
                      <a:pt x="35837" y="69910"/>
                      <a:pt x="37357" y="68390"/>
                      <a:pt x="37357" y="66627"/>
                    </a:cubicBezTo>
                    <a:lnTo>
                      <a:pt x="37357" y="3435"/>
                    </a:lnTo>
                    <a:cubicBezTo>
                      <a:pt x="37357" y="1520"/>
                      <a:pt x="35837" y="0"/>
                      <a:pt x="340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32"/>
              <p:cNvSpPr/>
              <p:nvPr/>
            </p:nvSpPr>
            <p:spPr>
              <a:xfrm>
                <a:off x="5819675" y="947325"/>
                <a:ext cx="438600" cy="723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466;p32"/>
              <p:cNvSpPr/>
              <p:nvPr/>
            </p:nvSpPr>
            <p:spPr>
              <a:xfrm>
                <a:off x="5878717" y="3947980"/>
                <a:ext cx="320700" cy="193800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67" name="Google Shape;2467;p32"/>
            <p:cNvSpPr/>
            <p:nvPr/>
          </p:nvSpPr>
          <p:spPr>
            <a:xfrm>
              <a:off x="1080275" y="482975"/>
              <a:ext cx="1559700" cy="397200"/>
            </a:xfrm>
            <a:prstGeom prst="wedgeRectCallout">
              <a:avLst>
                <a:gd name="adj1" fmla="val -11597"/>
                <a:gd name="adj2" fmla="val 11098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accent5"/>
                  </a:solidFill>
                  <a:latin typeface="Poppins"/>
                  <a:ea typeface="Poppins"/>
                  <a:cs typeface="Poppins"/>
                  <a:sym typeface="Poppins"/>
                </a:rPr>
                <a:t>ACCIDENT!</a:t>
              </a:r>
              <a:endParaRPr sz="1600" b="1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2468" name="Google Shape;2468;p32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-30" b="30"/>
          <a:stretch/>
        </p:blipFill>
        <p:spPr>
          <a:xfrm rot="-754210">
            <a:off x="1800180" y="1317963"/>
            <a:ext cx="1532149" cy="2655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D9E02D-BB7A-FBF2-7113-48C0FA9920E1}"/>
              </a:ext>
            </a:extLst>
          </p:cNvPr>
          <p:cNvSpPr txBox="1"/>
          <p:nvPr/>
        </p:nvSpPr>
        <p:spPr>
          <a:xfrm>
            <a:off x="4956363" y="1702420"/>
            <a:ext cx="40166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Traffic and parking violations reduce road safety and traffic efficiency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violations go unreported due to limited enforcement resources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vehicle numbers require smart, community-based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5">
          <a:extLst>
            <a:ext uri="{FF2B5EF4-FFF2-40B4-BE49-F238E27FC236}">
              <a16:creationId xmlns:a16="http://schemas.microsoft.com/office/drawing/2014/main" id="{85EB624C-E516-6C7C-97B6-F0B2AB82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35">
            <a:extLst>
              <a:ext uri="{FF2B5EF4-FFF2-40B4-BE49-F238E27FC236}">
                <a16:creationId xmlns:a16="http://schemas.microsoft.com/office/drawing/2014/main" id="{3E56F78D-7153-8E53-62E2-3C40BB16D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Definition</a:t>
            </a:r>
            <a:endParaRPr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B819A32-67DE-FC4F-D460-0275812663EA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827087" y="1833086"/>
            <a:ext cx="725773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Traffic and parking violations reduce road safety and cause congestion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Limited manpower makes it difficult to monitor all areas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Manual reporting is slow and inefficient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Many violations go unreported, weakening traffic management</a:t>
            </a:r>
          </a:p>
        </p:txBody>
      </p:sp>
    </p:spTree>
    <p:extLst>
      <p:ext uri="{BB962C8B-B14F-4D97-AF65-F5344CB8AC3E}">
        <p14:creationId xmlns:p14="http://schemas.microsoft.com/office/powerpoint/2010/main" val="2254776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p33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</a:t>
            </a:r>
            <a:r>
              <a:rPr lang="en" dirty="0"/>
              <a:t>roject aims</a:t>
            </a:r>
            <a:endParaRPr dirty="0"/>
          </a:p>
        </p:txBody>
      </p:sp>
      <p:sp>
        <p:nvSpPr>
          <p:cNvPr id="2476" name="Google Shape;2476;p33"/>
          <p:cNvSpPr txBox="1">
            <a:spLocks noGrp="1"/>
          </p:cNvSpPr>
          <p:nvPr>
            <p:ph type="subTitle" idx="1"/>
          </p:nvPr>
        </p:nvSpPr>
        <p:spPr>
          <a:xfrm>
            <a:off x="1344930" y="1273350"/>
            <a:ext cx="6454140" cy="2490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800" dirty="0"/>
              <a:t>Develop a mobile app for quick reporting of traffic and parking violations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800" dirty="0"/>
              <a:t>Improve communication between citizens and traffic authorities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800" dirty="0"/>
              <a:t>Enable faster and more accurate handling of reported incidents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800" dirty="0"/>
              <a:t>Support digital transformation and safer, organized roads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34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finding</a:t>
            </a:r>
            <a:endParaRPr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F9AAF94-7E14-CF3D-EB06-BB290B26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373" y="1360828"/>
            <a:ext cx="7133253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Citizen reporting systems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Citizen reporting apps enable the public to report violations using photos or videos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Common features include location tagging, evidence upload and centralized authority review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Such systems improve community participation in public safety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36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Targeted users</a:t>
            </a:r>
            <a:endParaRPr dirty="0"/>
          </a:p>
        </p:txBody>
      </p:sp>
      <p:sp>
        <p:nvSpPr>
          <p:cNvPr id="2538" name="Google Shape;2538;p36"/>
          <p:cNvSpPr txBox="1">
            <a:spLocks noGrp="1"/>
          </p:cNvSpPr>
          <p:nvPr>
            <p:ph type="subTitle" idx="1"/>
          </p:nvPr>
        </p:nvSpPr>
        <p:spPr>
          <a:xfrm>
            <a:off x="720002" y="1467436"/>
            <a:ext cx="7044778" cy="19996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800" b="1" i="1" dirty="0"/>
              <a:t>Targeted Customers or Beneficiaries</a:t>
            </a:r>
          </a:p>
          <a:p>
            <a:pPr lvl="0" algn="just">
              <a:buFont typeface="Arial" panose="020B0604020202020204" pitchFamily="34" charset="0"/>
              <a:buChar char="•"/>
            </a:pPr>
            <a:endParaRPr lang="en-US" dirty="0"/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1600" dirty="0"/>
              <a:t>Citizens and Residents: Report local traffic and parking violations.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1600" dirty="0"/>
              <a:t>Traffic Authorities: Review reports, verify evidence and take action.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1600" dirty="0"/>
              <a:t>Policy Makers: Use data to identify issues and improve regulations.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1600" dirty="0"/>
              <a:t>Organizations: Promote road safety and responsible driving.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6">
          <a:extLst>
            <a:ext uri="{FF2B5EF4-FFF2-40B4-BE49-F238E27FC236}">
              <a16:creationId xmlns:a16="http://schemas.microsoft.com/office/drawing/2014/main" id="{720FDE6A-78D1-D7AD-831D-C44D67E0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36">
            <a:extLst>
              <a:ext uri="{FF2B5EF4-FFF2-40B4-BE49-F238E27FC236}">
                <a16:creationId xmlns:a16="http://schemas.microsoft.com/office/drawing/2014/main" id="{4350FF81-11C9-2FBC-17FB-35865073DA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Requirement Elecitation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5168DF-781F-BB79-E0A5-656D5BD66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18524"/>
            <a:ext cx="7433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Requirements identified through: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 observations of traffic and parking issues in Bahrain.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experiences shared by residents and friends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of existing systems.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review of similar apps (Traffic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Prahari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India, Saudi Balady)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highlighted key features: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 upload (images/videos)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tracking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authority review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64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40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</a:t>
            </a:r>
            <a:r>
              <a:rPr lang="en" dirty="0"/>
              <a:t>unctional Requirements</a:t>
            </a:r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DEAF410-B8A6-90A3-A42F-15A6B8440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873" y="1310640"/>
            <a:ext cx="6285664" cy="2853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registration and secure login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Identity verification (ID, email, or phone)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 violation reports with details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photo and video evidence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GPS location capture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Authority review and report verification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report status tracking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change notifications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storage of reports and evidence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Rewards for confirmed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5">
          <a:extLst>
            <a:ext uri="{FF2B5EF4-FFF2-40B4-BE49-F238E27FC236}">
              <a16:creationId xmlns:a16="http://schemas.microsoft.com/office/drawing/2014/main" id="{2165E034-E27A-CAA4-0918-13C4FCAD3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40">
            <a:extLst>
              <a:ext uri="{FF2B5EF4-FFF2-40B4-BE49-F238E27FC236}">
                <a16:creationId xmlns:a16="http://schemas.microsoft.com/office/drawing/2014/main" id="{BD9239F3-6056-440D-5590-F23185B755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Non F</a:t>
            </a:r>
            <a:r>
              <a:rPr lang="en" dirty="0"/>
              <a:t>unctional Requirements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FF6ABA-26FD-15A2-6C8E-C45628D39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0" y="1694587"/>
            <a:ext cx="822113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 loading and efficient report handling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Encrypted data and controlled access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Simple, intuitive interface for all users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Stable operation during peak usage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future features and violation types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Modular code for easy updates</a:t>
            </a:r>
          </a:p>
        </p:txBody>
      </p:sp>
    </p:spTree>
    <p:extLst>
      <p:ext uri="{BB962C8B-B14F-4D97-AF65-F5344CB8AC3E}">
        <p14:creationId xmlns:p14="http://schemas.microsoft.com/office/powerpoint/2010/main" val="2516223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5">
          <a:extLst>
            <a:ext uri="{FF2B5EF4-FFF2-40B4-BE49-F238E27FC236}">
              <a16:creationId xmlns:a16="http://schemas.microsoft.com/office/drawing/2014/main" id="{8884F2D1-8250-E244-E2B9-890E2C28A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40">
            <a:extLst>
              <a:ext uri="{FF2B5EF4-FFF2-40B4-BE49-F238E27FC236}">
                <a16:creationId xmlns:a16="http://schemas.microsoft.com/office/drawing/2014/main" id="{47B23C7E-4584-CF9B-B864-9E1869D924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</a:t>
            </a:r>
            <a:r>
              <a:rPr lang="en-US" dirty="0"/>
              <a:t>Development Model</a:t>
            </a:r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F7B7DDF-E37E-AF0E-4AD5-71E3B6188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406" y="1694587"/>
            <a:ext cx="757759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Used: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Incremental Development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developed in small, independent modules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features delivered and tested early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continuous feedback and improvements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risk through early testing and modular development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scalability, flexibility and easy maintenance</a:t>
            </a:r>
          </a:p>
        </p:txBody>
      </p:sp>
    </p:spTree>
    <p:extLst>
      <p:ext uri="{BB962C8B-B14F-4D97-AF65-F5344CB8AC3E}">
        <p14:creationId xmlns:p14="http://schemas.microsoft.com/office/powerpoint/2010/main" val="1787288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5">
          <a:extLst>
            <a:ext uri="{FF2B5EF4-FFF2-40B4-BE49-F238E27FC236}">
              <a16:creationId xmlns:a16="http://schemas.microsoft.com/office/drawing/2014/main" id="{355625A4-9EDA-94C2-E113-58FD396F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40">
            <a:extLst>
              <a:ext uri="{FF2B5EF4-FFF2-40B4-BE49-F238E27FC236}">
                <a16:creationId xmlns:a16="http://schemas.microsoft.com/office/drawing/2014/main" id="{D2318203-F78C-172D-FC74-1FB4587657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Use-Case Diagram</a:t>
            </a:r>
            <a:endParaRPr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DB50698-530B-4A55-0FDF-C0BA725A1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37"/>
          <a:stretch>
            <a:fillRect/>
          </a:stretch>
        </p:blipFill>
        <p:spPr bwMode="auto">
          <a:xfrm>
            <a:off x="1261042" y="1112308"/>
            <a:ext cx="6621916" cy="373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0930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5">
          <a:extLst>
            <a:ext uri="{FF2B5EF4-FFF2-40B4-BE49-F238E27FC236}">
              <a16:creationId xmlns:a16="http://schemas.microsoft.com/office/drawing/2014/main" id="{C8443430-BAE8-98E6-70E4-39D9B2BA7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40">
            <a:extLst>
              <a:ext uri="{FF2B5EF4-FFF2-40B4-BE49-F238E27FC236}">
                <a16:creationId xmlns:a16="http://schemas.microsoft.com/office/drawing/2014/main" id="{C0D400E5-C345-78E0-6E17-0D46A2396E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3175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Activity Diagram</a:t>
            </a:r>
            <a:endParaRPr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034007E-FD25-6EF1-B8EC-D8D1F5D5D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302" y="758834"/>
            <a:ext cx="3481395" cy="431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7769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5">
          <a:extLst>
            <a:ext uri="{FF2B5EF4-FFF2-40B4-BE49-F238E27FC236}">
              <a16:creationId xmlns:a16="http://schemas.microsoft.com/office/drawing/2014/main" id="{A51A3AC5-DFBA-FB45-EB12-EB995653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40">
            <a:extLst>
              <a:ext uri="{FF2B5EF4-FFF2-40B4-BE49-F238E27FC236}">
                <a16:creationId xmlns:a16="http://schemas.microsoft.com/office/drawing/2014/main" id="{34FA12EF-1E8B-2EAA-E72B-1592FFB11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Entity Relationship Diagram</a:t>
            </a:r>
            <a:endParaRPr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A9EE9B9-8D67-ACF9-3C64-A131E34A1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19" y="1342276"/>
            <a:ext cx="7183761" cy="2959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38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5">
          <a:extLst>
            <a:ext uri="{FF2B5EF4-FFF2-40B4-BE49-F238E27FC236}">
              <a16:creationId xmlns:a16="http://schemas.microsoft.com/office/drawing/2014/main" id="{A2E38084-CD27-0036-A4D1-75D51DC23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40">
            <a:extLst>
              <a:ext uri="{FF2B5EF4-FFF2-40B4-BE49-F238E27FC236}">
                <a16:creationId xmlns:a16="http://schemas.microsoft.com/office/drawing/2014/main" id="{A60FACE6-2A4D-BC21-C461-F546BAD97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Database Diagram</a:t>
            </a:r>
            <a:endParaRPr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45BFF6F-859A-324F-A8B2-1838EA57A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362" y="1130305"/>
            <a:ext cx="6587276" cy="364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0212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5">
          <a:extLst>
            <a:ext uri="{FF2B5EF4-FFF2-40B4-BE49-F238E27FC236}">
              <a16:creationId xmlns:a16="http://schemas.microsoft.com/office/drawing/2014/main" id="{251BE85E-DEF2-995E-2F90-12C243019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40">
            <a:extLst>
              <a:ext uri="{FF2B5EF4-FFF2-40B4-BE49-F238E27FC236}">
                <a16:creationId xmlns:a16="http://schemas.microsoft.com/office/drawing/2014/main" id="{BC4DECFB-CEBB-AE71-DED4-7391F69CBD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State Diagram</a:t>
            </a:r>
            <a:endParaRPr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D6C7444-FE11-19FE-FCC7-DC31A6D26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20" y="1156741"/>
            <a:ext cx="7477359" cy="2909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4550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5">
          <a:extLst>
            <a:ext uri="{FF2B5EF4-FFF2-40B4-BE49-F238E27FC236}">
              <a16:creationId xmlns:a16="http://schemas.microsoft.com/office/drawing/2014/main" id="{992B65AD-6622-3AD1-F8BD-7DEA4B99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40">
            <a:extLst>
              <a:ext uri="{FF2B5EF4-FFF2-40B4-BE49-F238E27FC236}">
                <a16:creationId xmlns:a16="http://schemas.microsoft.com/office/drawing/2014/main" id="{614480AE-48AA-23A2-022E-C025D7BD62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Flow Diagram</a:t>
            </a:r>
            <a:endParaRPr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E859473-BA74-32DD-D20C-594CFE9CE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500" y="1125896"/>
            <a:ext cx="7152999" cy="3118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0802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5">
          <a:extLst>
            <a:ext uri="{FF2B5EF4-FFF2-40B4-BE49-F238E27FC236}">
              <a16:creationId xmlns:a16="http://schemas.microsoft.com/office/drawing/2014/main" id="{F4780D2B-CBDD-A1DA-17B4-375BF598F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40">
            <a:extLst>
              <a:ext uri="{FF2B5EF4-FFF2-40B4-BE49-F238E27FC236}">
                <a16:creationId xmlns:a16="http://schemas.microsoft.com/office/drawing/2014/main" id="{96307E2B-64A8-25CA-156D-D8E5699FBD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13175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Sequence Diagram</a:t>
            </a:r>
            <a:endParaRPr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44BFA8A-A27F-A41C-899D-821C2B382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759" y="772193"/>
            <a:ext cx="5796480" cy="430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232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0B9728-CDF6-58BC-0442-B4C709FA3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44FAF17-66C4-3554-E4B6-F12ACEBBE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407974"/>
            <a:ext cx="2215610" cy="347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1">
            <a:extLst>
              <a:ext uri="{FF2B5EF4-FFF2-40B4-BE49-F238E27FC236}">
                <a16:creationId xmlns:a16="http://schemas.microsoft.com/office/drawing/2014/main" id="{28844CDE-143A-A356-A107-6B2203690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042" y="1407974"/>
            <a:ext cx="2353916" cy="347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B7FE015F-FC7F-76F1-69DA-C1589A12E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336" y="1413425"/>
            <a:ext cx="2216664" cy="346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5266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6" name="Google Shape;3216;p47"/>
          <p:cNvSpPr txBox="1">
            <a:spLocks noGrp="1"/>
          </p:cNvSpPr>
          <p:nvPr>
            <p:ph type="title"/>
          </p:nvPr>
        </p:nvSpPr>
        <p:spPr>
          <a:xfrm>
            <a:off x="386576" y="2042400"/>
            <a:ext cx="6409474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grpSp>
        <p:nvGrpSpPr>
          <p:cNvPr id="3227" name="Google Shape;3227;p47"/>
          <p:cNvGrpSpPr/>
          <p:nvPr/>
        </p:nvGrpSpPr>
        <p:grpSpPr>
          <a:xfrm rot="10800000">
            <a:off x="6648662" y="-1471764"/>
            <a:ext cx="2260968" cy="4256168"/>
            <a:chOff x="5492025" y="895275"/>
            <a:chExt cx="2055612" cy="3869595"/>
          </a:xfrm>
        </p:grpSpPr>
        <p:sp>
          <p:nvSpPr>
            <p:cNvPr id="3228" name="Google Shape;3228;p47"/>
            <p:cNvSpPr/>
            <p:nvPr/>
          </p:nvSpPr>
          <p:spPr>
            <a:xfrm>
              <a:off x="5492025" y="895275"/>
              <a:ext cx="2055612" cy="3869595"/>
            </a:xfrm>
            <a:custGeom>
              <a:avLst/>
              <a:gdLst/>
              <a:ahLst/>
              <a:cxnLst/>
              <a:rect l="l" t="t" r="r" b="b"/>
              <a:pathLst>
                <a:path w="16887" h="31789" extrusionOk="0">
                  <a:moveTo>
                    <a:pt x="3773" y="0"/>
                  </a:moveTo>
                  <a:cubicBezTo>
                    <a:pt x="1687" y="0"/>
                    <a:pt x="1" y="1687"/>
                    <a:pt x="1" y="3759"/>
                  </a:cubicBezTo>
                  <a:lnTo>
                    <a:pt x="1" y="15729"/>
                  </a:lnTo>
                  <a:lnTo>
                    <a:pt x="14" y="15729"/>
                  </a:lnTo>
                  <a:lnTo>
                    <a:pt x="14" y="31788"/>
                  </a:lnTo>
                  <a:lnTo>
                    <a:pt x="2874" y="31788"/>
                  </a:lnTo>
                  <a:lnTo>
                    <a:pt x="2874" y="13157"/>
                  </a:lnTo>
                  <a:lnTo>
                    <a:pt x="2861" y="13157"/>
                  </a:lnTo>
                  <a:lnTo>
                    <a:pt x="2861" y="3759"/>
                  </a:lnTo>
                  <a:cubicBezTo>
                    <a:pt x="2861" y="3269"/>
                    <a:pt x="3269" y="2860"/>
                    <a:pt x="3773" y="2860"/>
                  </a:cubicBezTo>
                  <a:cubicBezTo>
                    <a:pt x="4276" y="2860"/>
                    <a:pt x="4684" y="3269"/>
                    <a:pt x="4684" y="3759"/>
                  </a:cubicBezTo>
                  <a:lnTo>
                    <a:pt x="4671" y="12748"/>
                  </a:lnTo>
                  <a:cubicBezTo>
                    <a:pt x="4671" y="14817"/>
                    <a:pt x="6374" y="16507"/>
                    <a:pt x="8443" y="16507"/>
                  </a:cubicBezTo>
                  <a:cubicBezTo>
                    <a:pt x="10525" y="16507"/>
                    <a:pt x="12215" y="14817"/>
                    <a:pt x="12215" y="12748"/>
                  </a:cubicBezTo>
                  <a:lnTo>
                    <a:pt x="12215" y="3759"/>
                  </a:lnTo>
                  <a:cubicBezTo>
                    <a:pt x="12215" y="3269"/>
                    <a:pt x="12624" y="2860"/>
                    <a:pt x="13114" y="2860"/>
                  </a:cubicBezTo>
                  <a:cubicBezTo>
                    <a:pt x="13618" y="2860"/>
                    <a:pt x="14026" y="3269"/>
                    <a:pt x="14026" y="3759"/>
                  </a:cubicBezTo>
                  <a:lnTo>
                    <a:pt x="14026" y="13157"/>
                  </a:lnTo>
                  <a:lnTo>
                    <a:pt x="14026" y="31788"/>
                  </a:lnTo>
                  <a:lnTo>
                    <a:pt x="16886" y="31788"/>
                  </a:lnTo>
                  <a:lnTo>
                    <a:pt x="16886" y="15729"/>
                  </a:lnTo>
                  <a:lnTo>
                    <a:pt x="16886" y="3759"/>
                  </a:lnTo>
                  <a:cubicBezTo>
                    <a:pt x="16886" y="1687"/>
                    <a:pt x="15200" y="0"/>
                    <a:pt x="13114" y="0"/>
                  </a:cubicBezTo>
                  <a:cubicBezTo>
                    <a:pt x="11045" y="0"/>
                    <a:pt x="9355" y="1687"/>
                    <a:pt x="9355" y="3759"/>
                  </a:cubicBezTo>
                  <a:lnTo>
                    <a:pt x="9355" y="12748"/>
                  </a:lnTo>
                  <a:cubicBezTo>
                    <a:pt x="9355" y="13209"/>
                    <a:pt x="9002" y="13591"/>
                    <a:pt x="8564" y="13647"/>
                  </a:cubicBezTo>
                  <a:lnTo>
                    <a:pt x="8336" y="13647"/>
                  </a:lnTo>
                  <a:cubicBezTo>
                    <a:pt x="7884" y="13591"/>
                    <a:pt x="7531" y="13209"/>
                    <a:pt x="7531" y="12748"/>
                  </a:cubicBezTo>
                  <a:lnTo>
                    <a:pt x="7531" y="3759"/>
                  </a:lnTo>
                  <a:cubicBezTo>
                    <a:pt x="7531" y="1687"/>
                    <a:pt x="5842" y="0"/>
                    <a:pt x="37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29" name="Google Shape;3229;p47"/>
            <p:cNvGrpSpPr/>
            <p:nvPr/>
          </p:nvGrpSpPr>
          <p:grpSpPr>
            <a:xfrm>
              <a:off x="5659156" y="1062406"/>
              <a:ext cx="1720973" cy="3496726"/>
              <a:chOff x="5659156" y="1062406"/>
              <a:chExt cx="1720973" cy="3496726"/>
            </a:xfrm>
          </p:grpSpPr>
          <p:sp>
            <p:nvSpPr>
              <p:cNvPr id="3230" name="Google Shape;3230;p47"/>
              <p:cNvSpPr/>
              <p:nvPr/>
            </p:nvSpPr>
            <p:spPr>
              <a:xfrm>
                <a:off x="5661103" y="264595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231;p47"/>
              <p:cNvSpPr/>
              <p:nvPr/>
            </p:nvSpPr>
            <p:spPr>
              <a:xfrm>
                <a:off x="7366861" y="375646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232;p47"/>
              <p:cNvSpPr/>
              <p:nvPr/>
            </p:nvSpPr>
            <p:spPr>
              <a:xfrm>
                <a:off x="7366861" y="3862732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3" name="Google Shape;3233;p47"/>
              <p:cNvSpPr/>
              <p:nvPr/>
            </p:nvSpPr>
            <p:spPr>
              <a:xfrm>
                <a:off x="7366861" y="364861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34;p47"/>
              <p:cNvSpPr/>
              <p:nvPr/>
            </p:nvSpPr>
            <p:spPr>
              <a:xfrm>
                <a:off x="7366861" y="4506059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35;p47"/>
              <p:cNvSpPr/>
              <p:nvPr/>
            </p:nvSpPr>
            <p:spPr>
              <a:xfrm>
                <a:off x="7366861" y="397046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6" name="Google Shape;3236;p47"/>
              <p:cNvSpPr/>
              <p:nvPr/>
            </p:nvSpPr>
            <p:spPr>
              <a:xfrm>
                <a:off x="7366861" y="407831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7" name="Google Shape;3237;p47"/>
              <p:cNvSpPr/>
              <p:nvPr/>
            </p:nvSpPr>
            <p:spPr>
              <a:xfrm>
                <a:off x="7366861" y="4184213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8" name="Google Shape;3238;p47"/>
              <p:cNvSpPr/>
              <p:nvPr/>
            </p:nvSpPr>
            <p:spPr>
              <a:xfrm>
                <a:off x="7366861" y="4398209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1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39;p47"/>
              <p:cNvSpPr/>
              <p:nvPr/>
            </p:nvSpPr>
            <p:spPr>
              <a:xfrm>
                <a:off x="7366861" y="429194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40;p47"/>
              <p:cNvSpPr/>
              <p:nvPr/>
            </p:nvSpPr>
            <p:spPr>
              <a:xfrm>
                <a:off x="7366861" y="2896221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41;p47"/>
              <p:cNvSpPr/>
              <p:nvPr/>
            </p:nvSpPr>
            <p:spPr>
              <a:xfrm>
                <a:off x="7366861" y="3004071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42;p47"/>
              <p:cNvSpPr/>
              <p:nvPr/>
            </p:nvSpPr>
            <p:spPr>
              <a:xfrm>
                <a:off x="7366861" y="2789954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64"/>
                    </a:lnTo>
                    <a:lnTo>
                      <a:pt x="108" y="14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3" name="Google Shape;3243;p47"/>
              <p:cNvSpPr/>
              <p:nvPr/>
            </p:nvSpPr>
            <p:spPr>
              <a:xfrm>
                <a:off x="7366861" y="311143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4" name="Google Shape;3244;p47"/>
              <p:cNvSpPr/>
              <p:nvPr/>
            </p:nvSpPr>
            <p:spPr>
              <a:xfrm>
                <a:off x="7366861" y="3217702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5" name="Google Shape;3245;p47"/>
              <p:cNvSpPr/>
              <p:nvPr/>
            </p:nvSpPr>
            <p:spPr>
              <a:xfrm>
                <a:off x="7366861" y="3325552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6" name="Google Shape;3246;p47"/>
              <p:cNvSpPr/>
              <p:nvPr/>
            </p:nvSpPr>
            <p:spPr>
              <a:xfrm>
                <a:off x="7366861" y="3539182"/>
                <a:ext cx="13268" cy="5660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0" y="1"/>
                    </a:moveTo>
                    <a:lnTo>
                      <a:pt x="0" y="30"/>
                    </a:lnTo>
                    <a:lnTo>
                      <a:pt x="0" y="439"/>
                    </a:lnTo>
                    <a:lnTo>
                      <a:pt x="0" y="465"/>
                    </a:lnTo>
                    <a:lnTo>
                      <a:pt x="108" y="465"/>
                    </a:lnTo>
                    <a:lnTo>
                      <a:pt x="108" y="439"/>
                    </a:lnTo>
                    <a:lnTo>
                      <a:pt x="108" y="30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7" name="Google Shape;3247;p47"/>
              <p:cNvSpPr/>
              <p:nvPr/>
            </p:nvSpPr>
            <p:spPr>
              <a:xfrm>
                <a:off x="7366861" y="3431819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8" name="Google Shape;3248;p47"/>
              <p:cNvSpPr/>
              <p:nvPr/>
            </p:nvSpPr>
            <p:spPr>
              <a:xfrm>
                <a:off x="5833347" y="1069101"/>
                <a:ext cx="54656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449" h="246" extrusionOk="0">
                    <a:moveTo>
                      <a:pt x="423" y="1"/>
                    </a:moveTo>
                    <a:cubicBezTo>
                      <a:pt x="285" y="43"/>
                      <a:pt x="138" y="83"/>
                      <a:pt x="1" y="151"/>
                    </a:cubicBezTo>
                    <a:lnTo>
                      <a:pt x="40" y="246"/>
                    </a:lnTo>
                    <a:cubicBezTo>
                      <a:pt x="178" y="190"/>
                      <a:pt x="315" y="138"/>
                      <a:pt x="449" y="109"/>
                    </a:cubicBezTo>
                    <a:lnTo>
                      <a:pt x="4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3249;p47"/>
              <p:cNvSpPr/>
              <p:nvPr/>
            </p:nvSpPr>
            <p:spPr>
              <a:xfrm>
                <a:off x="5659156" y="1720827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11" y="436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47"/>
              <p:cNvSpPr/>
              <p:nvPr/>
            </p:nvSpPr>
            <p:spPr>
              <a:xfrm>
                <a:off x="5659156" y="1826729"/>
                <a:ext cx="13633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11" y="451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47"/>
              <p:cNvSpPr/>
              <p:nvPr/>
            </p:nvSpPr>
            <p:spPr>
              <a:xfrm>
                <a:off x="5659156" y="1506831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47"/>
              <p:cNvSpPr/>
              <p:nvPr/>
            </p:nvSpPr>
            <p:spPr>
              <a:xfrm>
                <a:off x="5682649" y="1190097"/>
                <a:ext cx="38222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314" h="452" extrusionOk="0">
                    <a:moveTo>
                      <a:pt x="216" y="0"/>
                    </a:moveTo>
                    <a:cubicBezTo>
                      <a:pt x="134" y="138"/>
                      <a:pt x="69" y="259"/>
                      <a:pt x="0" y="396"/>
                    </a:cubicBezTo>
                    <a:lnTo>
                      <a:pt x="108" y="452"/>
                    </a:lnTo>
                    <a:cubicBezTo>
                      <a:pt x="164" y="314"/>
                      <a:pt x="232" y="193"/>
                      <a:pt x="314" y="69"/>
                    </a:cubicBezTo>
                    <a:lnTo>
                      <a:pt x="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3" name="Google Shape;3253;p47"/>
              <p:cNvSpPr/>
              <p:nvPr/>
            </p:nvSpPr>
            <p:spPr>
              <a:xfrm>
                <a:off x="5659156" y="1398981"/>
                <a:ext cx="13633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11" y="439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4" name="Google Shape;3254;p47"/>
              <p:cNvSpPr/>
              <p:nvPr/>
            </p:nvSpPr>
            <p:spPr>
              <a:xfrm>
                <a:off x="5743878" y="1114140"/>
                <a:ext cx="49908" cy="44674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340" y="0"/>
                    </a:moveTo>
                    <a:cubicBezTo>
                      <a:pt x="220" y="82"/>
                      <a:pt x="108" y="177"/>
                      <a:pt x="1" y="285"/>
                    </a:cubicBezTo>
                    <a:lnTo>
                      <a:pt x="82" y="366"/>
                    </a:lnTo>
                    <a:cubicBezTo>
                      <a:pt x="177" y="258"/>
                      <a:pt x="285" y="164"/>
                      <a:pt x="409" y="82"/>
                    </a:cubicBezTo>
                    <a:lnTo>
                      <a:pt x="34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3255;p47"/>
              <p:cNvSpPr/>
              <p:nvPr/>
            </p:nvSpPr>
            <p:spPr>
              <a:xfrm>
                <a:off x="5659156" y="1291131"/>
                <a:ext cx="19963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64" h="452" extrusionOk="0">
                    <a:moveTo>
                      <a:pt x="56" y="1"/>
                    </a:moveTo>
                    <a:cubicBezTo>
                      <a:pt x="30" y="151"/>
                      <a:pt x="17" y="301"/>
                      <a:pt x="0" y="452"/>
                    </a:cubicBezTo>
                    <a:lnTo>
                      <a:pt x="111" y="452"/>
                    </a:lnTo>
                    <a:cubicBezTo>
                      <a:pt x="125" y="301"/>
                      <a:pt x="138" y="164"/>
                      <a:pt x="164" y="30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6" name="Google Shape;3256;p47"/>
              <p:cNvSpPr/>
              <p:nvPr/>
            </p:nvSpPr>
            <p:spPr>
              <a:xfrm>
                <a:off x="5659156" y="1613098"/>
                <a:ext cx="13633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7" name="Google Shape;3257;p47"/>
              <p:cNvSpPr/>
              <p:nvPr/>
            </p:nvSpPr>
            <p:spPr>
              <a:xfrm>
                <a:off x="5659156" y="2470055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8" name="Google Shape;3258;p47"/>
              <p:cNvSpPr/>
              <p:nvPr/>
            </p:nvSpPr>
            <p:spPr>
              <a:xfrm>
                <a:off x="5659156" y="2576323"/>
                <a:ext cx="13633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11" y="44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3259;p47"/>
              <p:cNvSpPr/>
              <p:nvPr/>
            </p:nvSpPr>
            <p:spPr>
              <a:xfrm>
                <a:off x="5659156" y="1934579"/>
                <a:ext cx="13633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47"/>
              <p:cNvSpPr/>
              <p:nvPr/>
            </p:nvSpPr>
            <p:spPr>
              <a:xfrm>
                <a:off x="5659156" y="2683808"/>
                <a:ext cx="13633" cy="533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11" y="43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47"/>
              <p:cNvSpPr/>
              <p:nvPr/>
            </p:nvSpPr>
            <p:spPr>
              <a:xfrm>
                <a:off x="5659156" y="2040725"/>
                <a:ext cx="13633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11" y="449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47"/>
              <p:cNvSpPr/>
              <p:nvPr/>
            </p:nvSpPr>
            <p:spPr>
              <a:xfrm>
                <a:off x="5659156" y="2148575"/>
                <a:ext cx="13633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47"/>
              <p:cNvSpPr/>
              <p:nvPr/>
            </p:nvSpPr>
            <p:spPr>
              <a:xfrm>
                <a:off x="5659156" y="2362205"/>
                <a:ext cx="13633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11" y="452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47"/>
              <p:cNvSpPr/>
              <p:nvPr/>
            </p:nvSpPr>
            <p:spPr>
              <a:xfrm>
                <a:off x="5659156" y="2256060"/>
                <a:ext cx="13633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11" y="43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47"/>
              <p:cNvSpPr/>
              <p:nvPr/>
            </p:nvSpPr>
            <p:spPr>
              <a:xfrm>
                <a:off x="6228107" y="196598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47"/>
              <p:cNvSpPr/>
              <p:nvPr/>
            </p:nvSpPr>
            <p:spPr>
              <a:xfrm>
                <a:off x="6228107" y="1430386"/>
                <a:ext cx="14851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21" y="439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47"/>
              <p:cNvSpPr/>
              <p:nvPr/>
            </p:nvSpPr>
            <p:spPr>
              <a:xfrm>
                <a:off x="6228107" y="1538236"/>
                <a:ext cx="14851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21" y="439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47"/>
              <p:cNvSpPr/>
              <p:nvPr/>
            </p:nvSpPr>
            <p:spPr>
              <a:xfrm>
                <a:off x="6228107" y="1644504"/>
                <a:ext cx="14851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21" y="448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47"/>
              <p:cNvSpPr/>
              <p:nvPr/>
            </p:nvSpPr>
            <p:spPr>
              <a:xfrm>
                <a:off x="6228107" y="2393733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47"/>
              <p:cNvSpPr/>
              <p:nvPr/>
            </p:nvSpPr>
            <p:spPr>
              <a:xfrm>
                <a:off x="6448554" y="2715578"/>
                <a:ext cx="54656" cy="21546"/>
              </a:xfrm>
              <a:custGeom>
                <a:avLst/>
                <a:gdLst/>
                <a:ahLst/>
                <a:cxnLst/>
                <a:rect l="l" t="t" r="r" b="b"/>
                <a:pathLst>
                  <a:path w="449" h="177" extrusionOk="0">
                    <a:moveTo>
                      <a:pt x="26" y="1"/>
                    </a:moveTo>
                    <a:lnTo>
                      <a:pt x="0" y="108"/>
                    </a:lnTo>
                    <a:cubicBezTo>
                      <a:pt x="134" y="148"/>
                      <a:pt x="285" y="164"/>
                      <a:pt x="435" y="177"/>
                    </a:cubicBezTo>
                    <a:lnTo>
                      <a:pt x="448" y="66"/>
                    </a:lnTo>
                    <a:cubicBezTo>
                      <a:pt x="298" y="53"/>
                      <a:pt x="164" y="40"/>
                      <a:pt x="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47"/>
              <p:cNvSpPr/>
              <p:nvPr/>
            </p:nvSpPr>
            <p:spPr>
              <a:xfrm>
                <a:off x="6228107" y="1752354"/>
                <a:ext cx="14851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21" y="435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47"/>
              <p:cNvSpPr/>
              <p:nvPr/>
            </p:nvSpPr>
            <p:spPr>
              <a:xfrm>
                <a:off x="6234437" y="2499878"/>
                <a:ext cx="26780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220" h="449" extrusionOk="0">
                    <a:moveTo>
                      <a:pt x="112" y="1"/>
                    </a:moveTo>
                    <a:lnTo>
                      <a:pt x="1" y="14"/>
                    </a:lnTo>
                    <a:cubicBezTo>
                      <a:pt x="30" y="164"/>
                      <a:pt x="69" y="315"/>
                      <a:pt x="125" y="449"/>
                    </a:cubicBezTo>
                    <a:lnTo>
                      <a:pt x="220" y="409"/>
                    </a:lnTo>
                    <a:cubicBezTo>
                      <a:pt x="177" y="272"/>
                      <a:pt x="138" y="138"/>
                      <a:pt x="1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47"/>
              <p:cNvSpPr/>
              <p:nvPr/>
            </p:nvSpPr>
            <p:spPr>
              <a:xfrm>
                <a:off x="6349103" y="2672244"/>
                <a:ext cx="52951" cy="38222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14" extrusionOk="0">
                    <a:moveTo>
                      <a:pt x="69" y="0"/>
                    </a:moveTo>
                    <a:lnTo>
                      <a:pt x="0" y="82"/>
                    </a:lnTo>
                    <a:cubicBezTo>
                      <a:pt x="121" y="177"/>
                      <a:pt x="258" y="245"/>
                      <a:pt x="396" y="314"/>
                    </a:cubicBezTo>
                    <a:lnTo>
                      <a:pt x="435" y="219"/>
                    </a:lnTo>
                    <a:cubicBezTo>
                      <a:pt x="314" y="151"/>
                      <a:pt x="190" y="82"/>
                      <a:pt x="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47"/>
              <p:cNvSpPr/>
              <p:nvPr/>
            </p:nvSpPr>
            <p:spPr>
              <a:xfrm>
                <a:off x="6274241" y="2596164"/>
                <a:ext cx="43457" cy="49908"/>
              </a:xfrm>
              <a:custGeom>
                <a:avLst/>
                <a:gdLst/>
                <a:ahLst/>
                <a:cxnLst/>
                <a:rect l="l" t="t" r="r" b="b"/>
                <a:pathLst>
                  <a:path w="357" h="410" extrusionOk="0">
                    <a:moveTo>
                      <a:pt x="95" y="1"/>
                    </a:moveTo>
                    <a:lnTo>
                      <a:pt x="1" y="53"/>
                    </a:lnTo>
                    <a:cubicBezTo>
                      <a:pt x="82" y="190"/>
                      <a:pt x="177" y="298"/>
                      <a:pt x="275" y="409"/>
                    </a:cubicBezTo>
                    <a:lnTo>
                      <a:pt x="357" y="341"/>
                    </a:lnTo>
                    <a:cubicBezTo>
                      <a:pt x="259" y="230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47"/>
              <p:cNvSpPr/>
              <p:nvPr/>
            </p:nvSpPr>
            <p:spPr>
              <a:xfrm>
                <a:off x="5939614" y="1062406"/>
                <a:ext cx="54656" cy="16798"/>
              </a:xfrm>
              <a:custGeom>
                <a:avLst/>
                <a:gdLst/>
                <a:ahLst/>
                <a:cxnLst/>
                <a:rect l="l" t="t" r="r" b="b"/>
                <a:pathLst>
                  <a:path w="449" h="138" extrusionOk="0">
                    <a:moveTo>
                      <a:pt x="1" y="0"/>
                    </a:moveTo>
                    <a:lnTo>
                      <a:pt x="1" y="111"/>
                    </a:lnTo>
                    <a:lnTo>
                      <a:pt x="96" y="111"/>
                    </a:lnTo>
                    <a:cubicBezTo>
                      <a:pt x="203" y="111"/>
                      <a:pt x="328" y="111"/>
                      <a:pt x="435" y="138"/>
                    </a:cubicBezTo>
                    <a:lnTo>
                      <a:pt x="449" y="30"/>
                    </a:lnTo>
                    <a:cubicBezTo>
                      <a:pt x="341" y="0"/>
                      <a:pt x="216" y="0"/>
                      <a:pt x="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47"/>
              <p:cNvSpPr/>
              <p:nvPr/>
            </p:nvSpPr>
            <p:spPr>
              <a:xfrm>
                <a:off x="6228107" y="1323023"/>
                <a:ext cx="14851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08" y="0"/>
                    </a:moveTo>
                    <a:lnTo>
                      <a:pt x="0" y="13"/>
                    </a:lnTo>
                    <a:lnTo>
                      <a:pt x="0" y="245"/>
                    </a:lnTo>
                    <a:lnTo>
                      <a:pt x="0" y="448"/>
                    </a:lnTo>
                    <a:lnTo>
                      <a:pt x="121" y="448"/>
                    </a:lnTo>
                    <a:lnTo>
                      <a:pt x="121" y="245"/>
                    </a:lnTo>
                    <a:cubicBezTo>
                      <a:pt x="121" y="164"/>
                      <a:pt x="108" y="82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47"/>
              <p:cNvSpPr/>
              <p:nvPr/>
            </p:nvSpPr>
            <p:spPr>
              <a:xfrm>
                <a:off x="6198284" y="1218338"/>
                <a:ext cx="31527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2" extrusionOk="0">
                    <a:moveTo>
                      <a:pt x="95" y="1"/>
                    </a:moveTo>
                    <a:lnTo>
                      <a:pt x="0" y="56"/>
                    </a:lnTo>
                    <a:cubicBezTo>
                      <a:pt x="53" y="177"/>
                      <a:pt x="108" y="314"/>
                      <a:pt x="147" y="452"/>
                    </a:cubicBezTo>
                    <a:lnTo>
                      <a:pt x="259" y="422"/>
                    </a:lnTo>
                    <a:cubicBezTo>
                      <a:pt x="216" y="272"/>
                      <a:pt x="164" y="138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47"/>
              <p:cNvSpPr/>
              <p:nvPr/>
            </p:nvSpPr>
            <p:spPr>
              <a:xfrm>
                <a:off x="6133403" y="1133981"/>
                <a:ext cx="46622" cy="47839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93" extrusionOk="0">
                    <a:moveTo>
                      <a:pt x="69" y="1"/>
                    </a:moveTo>
                    <a:lnTo>
                      <a:pt x="1" y="82"/>
                    </a:lnTo>
                    <a:cubicBezTo>
                      <a:pt x="108" y="177"/>
                      <a:pt x="206" y="272"/>
                      <a:pt x="288" y="393"/>
                    </a:cubicBezTo>
                    <a:lnTo>
                      <a:pt x="383" y="327"/>
                    </a:lnTo>
                    <a:cubicBezTo>
                      <a:pt x="288" y="203"/>
                      <a:pt x="177" y="95"/>
                      <a:pt x="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47"/>
              <p:cNvSpPr/>
              <p:nvPr/>
            </p:nvSpPr>
            <p:spPr>
              <a:xfrm>
                <a:off x="6042352" y="1079083"/>
                <a:ext cx="54534" cy="3311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272" extrusionOk="0">
                    <a:moveTo>
                      <a:pt x="39" y="1"/>
                    </a:moveTo>
                    <a:lnTo>
                      <a:pt x="0" y="95"/>
                    </a:lnTo>
                    <a:cubicBezTo>
                      <a:pt x="137" y="151"/>
                      <a:pt x="271" y="206"/>
                      <a:pt x="396" y="272"/>
                    </a:cubicBezTo>
                    <a:lnTo>
                      <a:pt x="448" y="177"/>
                    </a:lnTo>
                    <a:cubicBezTo>
                      <a:pt x="327" y="108"/>
                      <a:pt x="177" y="43"/>
                      <a:pt x="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47"/>
              <p:cNvSpPr/>
              <p:nvPr/>
            </p:nvSpPr>
            <p:spPr>
              <a:xfrm>
                <a:off x="6228107" y="228783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47"/>
              <p:cNvSpPr/>
              <p:nvPr/>
            </p:nvSpPr>
            <p:spPr>
              <a:xfrm>
                <a:off x="6228107" y="2073834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47"/>
              <p:cNvSpPr/>
              <p:nvPr/>
            </p:nvSpPr>
            <p:spPr>
              <a:xfrm>
                <a:off x="6228107" y="1858134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47"/>
              <p:cNvSpPr/>
              <p:nvPr/>
            </p:nvSpPr>
            <p:spPr>
              <a:xfrm>
                <a:off x="6228107" y="217998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47"/>
              <p:cNvSpPr/>
              <p:nvPr/>
            </p:nvSpPr>
            <p:spPr>
              <a:xfrm>
                <a:off x="7151161" y="1069101"/>
                <a:ext cx="5502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6" extrusionOk="0">
                    <a:moveTo>
                      <a:pt x="30" y="1"/>
                    </a:moveTo>
                    <a:lnTo>
                      <a:pt x="1" y="109"/>
                    </a:lnTo>
                    <a:cubicBezTo>
                      <a:pt x="138" y="138"/>
                      <a:pt x="275" y="190"/>
                      <a:pt x="409" y="246"/>
                    </a:cubicBezTo>
                    <a:lnTo>
                      <a:pt x="452" y="151"/>
                    </a:lnTo>
                    <a:cubicBezTo>
                      <a:pt x="314" y="83"/>
                      <a:pt x="180" y="43"/>
                      <a:pt x="3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47"/>
              <p:cNvSpPr/>
              <p:nvPr/>
            </p:nvSpPr>
            <p:spPr>
              <a:xfrm>
                <a:off x="7366861" y="1720827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47"/>
              <p:cNvSpPr/>
              <p:nvPr/>
            </p:nvSpPr>
            <p:spPr>
              <a:xfrm>
                <a:off x="7366861" y="1826729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47"/>
              <p:cNvSpPr/>
              <p:nvPr/>
            </p:nvSpPr>
            <p:spPr>
              <a:xfrm>
                <a:off x="7366861" y="150683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47"/>
              <p:cNvSpPr/>
              <p:nvPr/>
            </p:nvSpPr>
            <p:spPr>
              <a:xfrm>
                <a:off x="7318657" y="1190097"/>
                <a:ext cx="38344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2" extrusionOk="0">
                    <a:moveTo>
                      <a:pt x="96" y="0"/>
                    </a:moveTo>
                    <a:lnTo>
                      <a:pt x="1" y="69"/>
                    </a:lnTo>
                    <a:cubicBezTo>
                      <a:pt x="82" y="193"/>
                      <a:pt x="151" y="314"/>
                      <a:pt x="207" y="452"/>
                    </a:cubicBezTo>
                    <a:lnTo>
                      <a:pt x="315" y="396"/>
                    </a:lnTo>
                    <a:cubicBezTo>
                      <a:pt x="259" y="259"/>
                      <a:pt x="177" y="138"/>
                      <a:pt x="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47"/>
              <p:cNvSpPr/>
              <p:nvPr/>
            </p:nvSpPr>
            <p:spPr>
              <a:xfrm>
                <a:off x="7366861" y="1398981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47"/>
              <p:cNvSpPr/>
              <p:nvPr/>
            </p:nvSpPr>
            <p:spPr>
              <a:xfrm>
                <a:off x="7245864" y="1114140"/>
                <a:ext cx="49908" cy="44674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69" y="0"/>
                    </a:moveTo>
                    <a:lnTo>
                      <a:pt x="1" y="82"/>
                    </a:lnTo>
                    <a:cubicBezTo>
                      <a:pt x="122" y="164"/>
                      <a:pt x="233" y="258"/>
                      <a:pt x="327" y="366"/>
                    </a:cubicBezTo>
                    <a:lnTo>
                      <a:pt x="409" y="285"/>
                    </a:lnTo>
                    <a:cubicBezTo>
                      <a:pt x="314" y="177"/>
                      <a:pt x="190" y="82"/>
                      <a:pt x="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47"/>
              <p:cNvSpPr/>
              <p:nvPr/>
            </p:nvSpPr>
            <p:spPr>
              <a:xfrm>
                <a:off x="7360044" y="1291131"/>
                <a:ext cx="20085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112" y="1"/>
                    </a:moveTo>
                    <a:lnTo>
                      <a:pt x="1" y="30"/>
                    </a:lnTo>
                    <a:cubicBezTo>
                      <a:pt x="30" y="164"/>
                      <a:pt x="56" y="301"/>
                      <a:pt x="56" y="452"/>
                    </a:cubicBezTo>
                    <a:lnTo>
                      <a:pt x="164" y="452"/>
                    </a:lnTo>
                    <a:cubicBezTo>
                      <a:pt x="164" y="301"/>
                      <a:pt x="138" y="151"/>
                      <a:pt x="1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47"/>
              <p:cNvSpPr/>
              <p:nvPr/>
            </p:nvSpPr>
            <p:spPr>
              <a:xfrm>
                <a:off x="7366861" y="1613098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47"/>
              <p:cNvSpPr/>
              <p:nvPr/>
            </p:nvSpPr>
            <p:spPr>
              <a:xfrm>
                <a:off x="7366861" y="2470055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47"/>
              <p:cNvSpPr/>
              <p:nvPr/>
            </p:nvSpPr>
            <p:spPr>
              <a:xfrm>
                <a:off x="7366861" y="2576323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47"/>
              <p:cNvSpPr/>
              <p:nvPr/>
            </p:nvSpPr>
            <p:spPr>
              <a:xfrm>
                <a:off x="7366861" y="1934579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47"/>
              <p:cNvSpPr/>
              <p:nvPr/>
            </p:nvSpPr>
            <p:spPr>
              <a:xfrm>
                <a:off x="7366861" y="2683808"/>
                <a:ext cx="13268" cy="533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47"/>
              <p:cNvSpPr/>
              <p:nvPr/>
            </p:nvSpPr>
            <p:spPr>
              <a:xfrm>
                <a:off x="7366861" y="2040725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47"/>
              <p:cNvSpPr/>
              <p:nvPr/>
            </p:nvSpPr>
            <p:spPr>
              <a:xfrm>
                <a:off x="7366861" y="2148575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47"/>
              <p:cNvSpPr/>
              <p:nvPr/>
            </p:nvSpPr>
            <p:spPr>
              <a:xfrm>
                <a:off x="7366861" y="2362205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47"/>
              <p:cNvSpPr/>
              <p:nvPr/>
            </p:nvSpPr>
            <p:spPr>
              <a:xfrm>
                <a:off x="7366861" y="2256060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47"/>
              <p:cNvSpPr/>
              <p:nvPr/>
            </p:nvSpPr>
            <p:spPr>
              <a:xfrm>
                <a:off x="6798275" y="196598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47"/>
              <p:cNvSpPr/>
              <p:nvPr/>
            </p:nvSpPr>
            <p:spPr>
              <a:xfrm>
                <a:off x="6798275" y="1430386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47"/>
              <p:cNvSpPr/>
              <p:nvPr/>
            </p:nvSpPr>
            <p:spPr>
              <a:xfrm>
                <a:off x="6798275" y="1538236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47"/>
              <p:cNvSpPr/>
              <p:nvPr/>
            </p:nvSpPr>
            <p:spPr>
              <a:xfrm>
                <a:off x="6798275" y="1644504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47"/>
              <p:cNvSpPr/>
              <p:nvPr/>
            </p:nvSpPr>
            <p:spPr>
              <a:xfrm>
                <a:off x="6798275" y="2393733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47"/>
              <p:cNvSpPr/>
              <p:nvPr/>
            </p:nvSpPr>
            <p:spPr>
              <a:xfrm>
                <a:off x="6536441" y="2715578"/>
                <a:ext cx="54656" cy="21546"/>
              </a:xfrm>
              <a:custGeom>
                <a:avLst/>
                <a:gdLst/>
                <a:ahLst/>
                <a:cxnLst/>
                <a:rect l="l" t="t" r="r" b="b"/>
                <a:pathLst>
                  <a:path w="449" h="177" extrusionOk="0">
                    <a:moveTo>
                      <a:pt x="422" y="1"/>
                    </a:moveTo>
                    <a:cubicBezTo>
                      <a:pt x="285" y="40"/>
                      <a:pt x="148" y="53"/>
                      <a:pt x="1" y="66"/>
                    </a:cubicBezTo>
                    <a:lnTo>
                      <a:pt x="14" y="177"/>
                    </a:lnTo>
                    <a:cubicBezTo>
                      <a:pt x="164" y="164"/>
                      <a:pt x="311" y="148"/>
                      <a:pt x="448" y="108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47"/>
              <p:cNvSpPr/>
              <p:nvPr/>
            </p:nvSpPr>
            <p:spPr>
              <a:xfrm>
                <a:off x="6798275" y="1752354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47"/>
              <p:cNvSpPr/>
              <p:nvPr/>
            </p:nvSpPr>
            <p:spPr>
              <a:xfrm>
                <a:off x="6778312" y="2499878"/>
                <a:ext cx="28484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234" h="449" extrusionOk="0">
                    <a:moveTo>
                      <a:pt x="122" y="1"/>
                    </a:moveTo>
                    <a:cubicBezTo>
                      <a:pt x="96" y="138"/>
                      <a:pt x="57" y="272"/>
                      <a:pt x="1" y="409"/>
                    </a:cubicBezTo>
                    <a:lnTo>
                      <a:pt x="96" y="449"/>
                    </a:lnTo>
                    <a:cubicBezTo>
                      <a:pt x="151" y="315"/>
                      <a:pt x="204" y="164"/>
                      <a:pt x="233" y="14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47"/>
              <p:cNvSpPr/>
              <p:nvPr/>
            </p:nvSpPr>
            <p:spPr>
              <a:xfrm>
                <a:off x="6637474" y="2672244"/>
                <a:ext cx="53073" cy="38222"/>
              </a:xfrm>
              <a:custGeom>
                <a:avLst/>
                <a:gdLst/>
                <a:ahLst/>
                <a:cxnLst/>
                <a:rect l="l" t="t" r="r" b="b"/>
                <a:pathLst>
                  <a:path w="436" h="314" extrusionOk="0">
                    <a:moveTo>
                      <a:pt x="367" y="0"/>
                    </a:moveTo>
                    <a:cubicBezTo>
                      <a:pt x="259" y="82"/>
                      <a:pt x="135" y="151"/>
                      <a:pt x="1" y="219"/>
                    </a:cubicBezTo>
                    <a:lnTo>
                      <a:pt x="53" y="314"/>
                    </a:lnTo>
                    <a:cubicBezTo>
                      <a:pt x="190" y="245"/>
                      <a:pt x="315" y="177"/>
                      <a:pt x="436" y="82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47"/>
              <p:cNvSpPr/>
              <p:nvPr/>
            </p:nvSpPr>
            <p:spPr>
              <a:xfrm>
                <a:off x="6721831" y="2596164"/>
                <a:ext cx="43578" cy="49908"/>
              </a:xfrm>
              <a:custGeom>
                <a:avLst/>
                <a:gdLst/>
                <a:ahLst/>
                <a:cxnLst/>
                <a:rect l="l" t="t" r="r" b="b"/>
                <a:pathLst>
                  <a:path w="358" h="410" extrusionOk="0">
                    <a:moveTo>
                      <a:pt x="259" y="1"/>
                    </a:moveTo>
                    <a:cubicBezTo>
                      <a:pt x="194" y="122"/>
                      <a:pt x="96" y="230"/>
                      <a:pt x="1" y="341"/>
                    </a:cubicBezTo>
                    <a:lnTo>
                      <a:pt x="83" y="409"/>
                    </a:lnTo>
                    <a:cubicBezTo>
                      <a:pt x="177" y="298"/>
                      <a:pt x="275" y="190"/>
                      <a:pt x="357" y="53"/>
                    </a:cubicBezTo>
                    <a:lnTo>
                      <a:pt x="25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47"/>
              <p:cNvSpPr/>
              <p:nvPr/>
            </p:nvSpPr>
            <p:spPr>
              <a:xfrm>
                <a:off x="7045380" y="1062406"/>
                <a:ext cx="54534" cy="16798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8" extrusionOk="0">
                    <a:moveTo>
                      <a:pt x="353" y="0"/>
                    </a:moveTo>
                    <a:cubicBezTo>
                      <a:pt x="245" y="0"/>
                      <a:pt x="121" y="0"/>
                      <a:pt x="0" y="30"/>
                    </a:cubicBezTo>
                    <a:lnTo>
                      <a:pt x="13" y="138"/>
                    </a:lnTo>
                    <a:cubicBezTo>
                      <a:pt x="134" y="111"/>
                      <a:pt x="245" y="111"/>
                      <a:pt x="353" y="111"/>
                    </a:cubicBezTo>
                    <a:lnTo>
                      <a:pt x="448" y="111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47"/>
              <p:cNvSpPr/>
              <p:nvPr/>
            </p:nvSpPr>
            <p:spPr>
              <a:xfrm>
                <a:off x="6798275" y="1323023"/>
                <a:ext cx="14851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3" y="0"/>
                    </a:moveTo>
                    <a:cubicBezTo>
                      <a:pt x="0" y="82"/>
                      <a:pt x="0" y="164"/>
                      <a:pt x="0" y="245"/>
                    </a:cubicBez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245"/>
                    </a:lnTo>
                    <a:cubicBezTo>
                      <a:pt x="108" y="177"/>
                      <a:pt x="108" y="95"/>
                      <a:pt x="121" y="13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47"/>
              <p:cNvSpPr/>
              <p:nvPr/>
            </p:nvSpPr>
            <p:spPr>
              <a:xfrm>
                <a:off x="6809839" y="1218338"/>
                <a:ext cx="33110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52" extrusionOk="0">
                    <a:moveTo>
                      <a:pt x="177" y="1"/>
                    </a:moveTo>
                    <a:cubicBezTo>
                      <a:pt x="108" y="138"/>
                      <a:pt x="43" y="272"/>
                      <a:pt x="0" y="422"/>
                    </a:cubicBezTo>
                    <a:lnTo>
                      <a:pt x="108" y="452"/>
                    </a:lnTo>
                    <a:cubicBezTo>
                      <a:pt x="151" y="314"/>
                      <a:pt x="206" y="177"/>
                      <a:pt x="271" y="56"/>
                    </a:cubicBez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47"/>
              <p:cNvSpPr/>
              <p:nvPr/>
            </p:nvSpPr>
            <p:spPr>
              <a:xfrm>
                <a:off x="6861086" y="1133981"/>
                <a:ext cx="46743" cy="4783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3" extrusionOk="0">
                    <a:moveTo>
                      <a:pt x="302" y="1"/>
                    </a:moveTo>
                    <a:cubicBezTo>
                      <a:pt x="194" y="95"/>
                      <a:pt x="83" y="203"/>
                      <a:pt x="1" y="327"/>
                    </a:cubicBezTo>
                    <a:lnTo>
                      <a:pt x="83" y="393"/>
                    </a:lnTo>
                    <a:cubicBezTo>
                      <a:pt x="164" y="272"/>
                      <a:pt x="275" y="177"/>
                      <a:pt x="383" y="82"/>
                    </a:cubicBezTo>
                    <a:lnTo>
                      <a:pt x="30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47"/>
              <p:cNvSpPr/>
              <p:nvPr/>
            </p:nvSpPr>
            <p:spPr>
              <a:xfrm>
                <a:off x="6942278" y="1079083"/>
                <a:ext cx="55021" cy="3311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72" extrusionOk="0">
                    <a:moveTo>
                      <a:pt x="409" y="1"/>
                    </a:moveTo>
                    <a:cubicBezTo>
                      <a:pt x="275" y="43"/>
                      <a:pt x="138" y="108"/>
                      <a:pt x="1" y="177"/>
                    </a:cubicBezTo>
                    <a:lnTo>
                      <a:pt x="56" y="272"/>
                    </a:lnTo>
                    <a:cubicBezTo>
                      <a:pt x="180" y="206"/>
                      <a:pt x="314" y="151"/>
                      <a:pt x="452" y="95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47"/>
              <p:cNvSpPr/>
              <p:nvPr/>
            </p:nvSpPr>
            <p:spPr>
              <a:xfrm>
                <a:off x="6798275" y="228783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47"/>
              <p:cNvSpPr/>
              <p:nvPr/>
            </p:nvSpPr>
            <p:spPr>
              <a:xfrm>
                <a:off x="6798275" y="2073834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47"/>
              <p:cNvSpPr/>
              <p:nvPr/>
            </p:nvSpPr>
            <p:spPr>
              <a:xfrm>
                <a:off x="6798275" y="1858134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47"/>
              <p:cNvSpPr/>
              <p:nvPr/>
            </p:nvSpPr>
            <p:spPr>
              <a:xfrm>
                <a:off x="6798275" y="2179980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47"/>
              <p:cNvSpPr/>
              <p:nvPr/>
            </p:nvSpPr>
            <p:spPr>
              <a:xfrm>
                <a:off x="5661103" y="375646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47"/>
              <p:cNvSpPr/>
              <p:nvPr/>
            </p:nvSpPr>
            <p:spPr>
              <a:xfrm>
                <a:off x="5661103" y="3862732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47"/>
              <p:cNvSpPr/>
              <p:nvPr/>
            </p:nvSpPr>
            <p:spPr>
              <a:xfrm>
                <a:off x="5661103" y="3648615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47"/>
              <p:cNvSpPr/>
              <p:nvPr/>
            </p:nvSpPr>
            <p:spPr>
              <a:xfrm>
                <a:off x="5661103" y="4506059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47"/>
              <p:cNvSpPr/>
              <p:nvPr/>
            </p:nvSpPr>
            <p:spPr>
              <a:xfrm>
                <a:off x="5661103" y="397046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47"/>
              <p:cNvSpPr/>
              <p:nvPr/>
            </p:nvSpPr>
            <p:spPr>
              <a:xfrm>
                <a:off x="5661103" y="407831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47"/>
              <p:cNvSpPr/>
              <p:nvPr/>
            </p:nvSpPr>
            <p:spPr>
              <a:xfrm>
                <a:off x="5661103" y="4184213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47"/>
              <p:cNvSpPr/>
              <p:nvPr/>
            </p:nvSpPr>
            <p:spPr>
              <a:xfrm>
                <a:off x="5661103" y="4398209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47"/>
              <p:cNvSpPr/>
              <p:nvPr/>
            </p:nvSpPr>
            <p:spPr>
              <a:xfrm>
                <a:off x="5661103" y="4291941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47"/>
              <p:cNvSpPr/>
              <p:nvPr/>
            </p:nvSpPr>
            <p:spPr>
              <a:xfrm>
                <a:off x="5661103" y="2896221"/>
                <a:ext cx="13268" cy="54656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47"/>
              <p:cNvSpPr/>
              <p:nvPr/>
            </p:nvSpPr>
            <p:spPr>
              <a:xfrm>
                <a:off x="5661103" y="3004071"/>
                <a:ext cx="13268" cy="5295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47"/>
              <p:cNvSpPr/>
              <p:nvPr/>
            </p:nvSpPr>
            <p:spPr>
              <a:xfrm>
                <a:off x="5659156" y="2789954"/>
                <a:ext cx="15216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436" extrusionOk="0">
                    <a:moveTo>
                      <a:pt x="17" y="1"/>
                    </a:moveTo>
                    <a:lnTo>
                      <a:pt x="17" y="14"/>
                    </a:lnTo>
                    <a:lnTo>
                      <a:pt x="0" y="14"/>
                    </a:lnTo>
                    <a:lnTo>
                      <a:pt x="0" y="164"/>
                    </a:lnTo>
                    <a:lnTo>
                      <a:pt x="17" y="164"/>
                    </a:lnTo>
                    <a:lnTo>
                      <a:pt x="17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47"/>
              <p:cNvSpPr/>
              <p:nvPr/>
            </p:nvSpPr>
            <p:spPr>
              <a:xfrm>
                <a:off x="5661103" y="3111434"/>
                <a:ext cx="13268" cy="5343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47"/>
              <p:cNvSpPr/>
              <p:nvPr/>
            </p:nvSpPr>
            <p:spPr>
              <a:xfrm>
                <a:off x="5661103" y="3217702"/>
                <a:ext cx="13268" cy="55021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47"/>
              <p:cNvSpPr/>
              <p:nvPr/>
            </p:nvSpPr>
            <p:spPr>
              <a:xfrm>
                <a:off x="5661103" y="3325552"/>
                <a:ext cx="13268" cy="5307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47"/>
              <p:cNvSpPr/>
              <p:nvPr/>
            </p:nvSpPr>
            <p:spPr>
              <a:xfrm>
                <a:off x="5661103" y="3539182"/>
                <a:ext cx="13268" cy="5660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1"/>
                    </a:moveTo>
                    <a:lnTo>
                      <a:pt x="1" y="30"/>
                    </a:lnTo>
                    <a:lnTo>
                      <a:pt x="1" y="439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9"/>
                    </a:lnTo>
                    <a:lnTo>
                      <a:pt x="109" y="30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47"/>
              <p:cNvSpPr/>
              <p:nvPr/>
            </p:nvSpPr>
            <p:spPr>
              <a:xfrm>
                <a:off x="5661103" y="3431819"/>
                <a:ext cx="13268" cy="54534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37" name="Google Shape;3337;p47"/>
          <p:cNvGrpSpPr/>
          <p:nvPr/>
        </p:nvGrpSpPr>
        <p:grpSpPr>
          <a:xfrm>
            <a:off x="5790274" y="3799445"/>
            <a:ext cx="2901600" cy="964355"/>
            <a:chOff x="4292974" y="3803645"/>
            <a:chExt cx="2901600" cy="964355"/>
          </a:xfrm>
        </p:grpSpPr>
        <p:grpSp>
          <p:nvGrpSpPr>
            <p:cNvPr id="3338" name="Google Shape;3338;p47"/>
            <p:cNvGrpSpPr/>
            <p:nvPr/>
          </p:nvGrpSpPr>
          <p:grpSpPr>
            <a:xfrm>
              <a:off x="4292974" y="4147703"/>
              <a:ext cx="2901600" cy="620297"/>
              <a:chOff x="3922949" y="4147703"/>
              <a:chExt cx="2901600" cy="620297"/>
            </a:xfrm>
          </p:grpSpPr>
          <p:sp>
            <p:nvSpPr>
              <p:cNvPr id="3339" name="Google Shape;3339;p47"/>
              <p:cNvSpPr/>
              <p:nvPr/>
            </p:nvSpPr>
            <p:spPr>
              <a:xfrm>
                <a:off x="3922949" y="4651900"/>
                <a:ext cx="2901600" cy="116100"/>
              </a:xfrm>
              <a:prstGeom prst="ellipse">
                <a:avLst/>
              </a:prstGeom>
              <a:solidFill>
                <a:srgbClr val="897FBB">
                  <a:alpha val="291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40" name="Google Shape;3340;p47"/>
              <p:cNvGrpSpPr/>
              <p:nvPr/>
            </p:nvGrpSpPr>
            <p:grpSpPr>
              <a:xfrm>
                <a:off x="4072094" y="4147703"/>
                <a:ext cx="2593967" cy="558924"/>
                <a:chOff x="4284955" y="2543242"/>
                <a:chExt cx="3778539" cy="814165"/>
              </a:xfrm>
            </p:grpSpPr>
            <p:sp>
              <p:nvSpPr>
                <p:cNvPr id="3341" name="Google Shape;3341;p47"/>
                <p:cNvSpPr/>
                <p:nvPr/>
              </p:nvSpPr>
              <p:spPr>
                <a:xfrm>
                  <a:off x="7115347" y="3130366"/>
                  <a:ext cx="233145" cy="227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3" h="2681" extrusionOk="0">
                      <a:moveTo>
                        <a:pt x="1376" y="1"/>
                      </a:moveTo>
                      <a:cubicBezTo>
                        <a:pt x="615" y="1"/>
                        <a:pt x="0" y="599"/>
                        <a:pt x="0" y="1334"/>
                      </a:cubicBezTo>
                      <a:cubicBezTo>
                        <a:pt x="0" y="2083"/>
                        <a:pt x="615" y="2681"/>
                        <a:pt x="1376" y="2681"/>
                      </a:cubicBezTo>
                      <a:lnTo>
                        <a:pt x="1661" y="2681"/>
                      </a:lnTo>
                      <a:lnTo>
                        <a:pt x="1661" y="2655"/>
                      </a:lnTo>
                      <a:cubicBezTo>
                        <a:pt x="2288" y="2534"/>
                        <a:pt x="2753" y="1988"/>
                        <a:pt x="2753" y="1334"/>
                      </a:cubicBezTo>
                      <a:cubicBezTo>
                        <a:pt x="2753" y="694"/>
                        <a:pt x="2288" y="148"/>
                        <a:pt x="1661" y="27"/>
                      </a:cubicBezTo>
                      <a:lnTo>
                        <a:pt x="166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2" name="Google Shape;3342;p47"/>
                <p:cNvSpPr/>
                <p:nvPr/>
              </p:nvSpPr>
              <p:spPr>
                <a:xfrm>
                  <a:off x="7155742" y="3130366"/>
                  <a:ext cx="199693" cy="227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8" h="2681" extrusionOk="0">
                      <a:moveTo>
                        <a:pt x="1184" y="1"/>
                      </a:moveTo>
                      <a:cubicBezTo>
                        <a:pt x="530" y="1"/>
                        <a:pt x="1" y="599"/>
                        <a:pt x="1" y="1334"/>
                      </a:cubicBezTo>
                      <a:cubicBezTo>
                        <a:pt x="1" y="2083"/>
                        <a:pt x="530" y="2681"/>
                        <a:pt x="1184" y="2681"/>
                      </a:cubicBezTo>
                      <a:cubicBezTo>
                        <a:pt x="1838" y="2681"/>
                        <a:pt x="2357" y="2083"/>
                        <a:pt x="2357" y="1334"/>
                      </a:cubicBezTo>
                      <a:cubicBezTo>
                        <a:pt x="2357" y="599"/>
                        <a:pt x="1838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3" name="Google Shape;3343;p47"/>
                <p:cNvSpPr/>
                <p:nvPr/>
              </p:nvSpPr>
              <p:spPr>
                <a:xfrm>
                  <a:off x="6158139" y="3130366"/>
                  <a:ext cx="232891" cy="227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0" h="2681" extrusionOk="0">
                      <a:moveTo>
                        <a:pt x="1377" y="1"/>
                      </a:moveTo>
                      <a:cubicBezTo>
                        <a:pt x="612" y="1"/>
                        <a:pt x="0" y="599"/>
                        <a:pt x="0" y="1334"/>
                      </a:cubicBezTo>
                      <a:cubicBezTo>
                        <a:pt x="0" y="2083"/>
                        <a:pt x="612" y="2681"/>
                        <a:pt x="1377" y="2681"/>
                      </a:cubicBezTo>
                      <a:lnTo>
                        <a:pt x="1661" y="2681"/>
                      </a:lnTo>
                      <a:lnTo>
                        <a:pt x="1661" y="2655"/>
                      </a:lnTo>
                      <a:cubicBezTo>
                        <a:pt x="2275" y="2534"/>
                        <a:pt x="2749" y="1988"/>
                        <a:pt x="2749" y="1334"/>
                      </a:cubicBezTo>
                      <a:cubicBezTo>
                        <a:pt x="2749" y="694"/>
                        <a:pt x="2275" y="148"/>
                        <a:pt x="1661" y="27"/>
                      </a:cubicBezTo>
                      <a:lnTo>
                        <a:pt x="166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4" name="Google Shape;3344;p47"/>
                <p:cNvSpPr/>
                <p:nvPr/>
              </p:nvSpPr>
              <p:spPr>
                <a:xfrm>
                  <a:off x="6198534" y="3130366"/>
                  <a:ext cx="199439" cy="227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" h="2681" extrusionOk="0">
                      <a:moveTo>
                        <a:pt x="1184" y="1"/>
                      </a:moveTo>
                      <a:cubicBezTo>
                        <a:pt x="530" y="1"/>
                        <a:pt x="1" y="599"/>
                        <a:pt x="1" y="1334"/>
                      </a:cubicBezTo>
                      <a:cubicBezTo>
                        <a:pt x="1" y="2083"/>
                        <a:pt x="530" y="2681"/>
                        <a:pt x="1184" y="2681"/>
                      </a:cubicBezTo>
                      <a:cubicBezTo>
                        <a:pt x="1825" y="2681"/>
                        <a:pt x="2354" y="2083"/>
                        <a:pt x="2354" y="1334"/>
                      </a:cubicBezTo>
                      <a:cubicBezTo>
                        <a:pt x="2354" y="599"/>
                        <a:pt x="1825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5" name="Google Shape;3345;p47"/>
                <p:cNvSpPr/>
                <p:nvPr/>
              </p:nvSpPr>
              <p:spPr>
                <a:xfrm>
                  <a:off x="6107243" y="2937707"/>
                  <a:ext cx="1243467" cy="326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83" h="3855" extrusionOk="0">
                      <a:moveTo>
                        <a:pt x="4360" y="1"/>
                      </a:moveTo>
                      <a:lnTo>
                        <a:pt x="0" y="1239"/>
                      </a:lnTo>
                      <a:lnTo>
                        <a:pt x="0" y="3854"/>
                      </a:lnTo>
                      <a:lnTo>
                        <a:pt x="14683" y="3854"/>
                      </a:lnTo>
                      <a:lnTo>
                        <a:pt x="14274" y="27"/>
                      </a:lnTo>
                      <a:lnTo>
                        <a:pt x="436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6" name="Google Shape;3346;p47"/>
                <p:cNvSpPr/>
                <p:nvPr/>
              </p:nvSpPr>
              <p:spPr>
                <a:xfrm>
                  <a:off x="6476474" y="2543242"/>
                  <a:ext cx="786493" cy="396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7" h="4685" extrusionOk="0">
                      <a:moveTo>
                        <a:pt x="3106" y="1"/>
                      </a:moveTo>
                      <a:lnTo>
                        <a:pt x="0" y="4659"/>
                      </a:lnTo>
                      <a:lnTo>
                        <a:pt x="9287" y="4685"/>
                      </a:lnTo>
                      <a:lnTo>
                        <a:pt x="678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7" name="Google Shape;3347;p47"/>
                <p:cNvSpPr/>
                <p:nvPr/>
              </p:nvSpPr>
              <p:spPr>
                <a:xfrm>
                  <a:off x="6604350" y="2937707"/>
                  <a:ext cx="1424528" cy="326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21" h="3855" extrusionOk="0">
                      <a:moveTo>
                        <a:pt x="4361" y="1"/>
                      </a:moveTo>
                      <a:lnTo>
                        <a:pt x="0" y="1239"/>
                      </a:lnTo>
                      <a:lnTo>
                        <a:pt x="0" y="3854"/>
                      </a:lnTo>
                      <a:lnTo>
                        <a:pt x="16821" y="3854"/>
                      </a:lnTo>
                      <a:lnTo>
                        <a:pt x="16589" y="1906"/>
                      </a:lnTo>
                      <a:lnTo>
                        <a:pt x="16438" y="762"/>
                      </a:lnTo>
                      <a:lnTo>
                        <a:pt x="16399" y="573"/>
                      </a:lnTo>
                      <a:lnTo>
                        <a:pt x="13350" y="14"/>
                      </a:lnTo>
                      <a:lnTo>
                        <a:pt x="436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8" name="Google Shape;3348;p47"/>
                <p:cNvSpPr/>
                <p:nvPr/>
              </p:nvSpPr>
              <p:spPr>
                <a:xfrm>
                  <a:off x="6865099" y="2543242"/>
                  <a:ext cx="876770" cy="52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3" h="6225" extrusionOk="0">
                      <a:moveTo>
                        <a:pt x="2194" y="1"/>
                      </a:moveTo>
                      <a:lnTo>
                        <a:pt x="1282" y="4659"/>
                      </a:lnTo>
                      <a:lnTo>
                        <a:pt x="1" y="6224"/>
                      </a:lnTo>
                      <a:lnTo>
                        <a:pt x="1" y="6224"/>
                      </a:lnTo>
                      <a:lnTo>
                        <a:pt x="10352" y="4917"/>
                      </a:lnTo>
                      <a:lnTo>
                        <a:pt x="889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9" name="Google Shape;3349;p47"/>
                <p:cNvSpPr/>
                <p:nvPr/>
              </p:nvSpPr>
              <p:spPr>
                <a:xfrm>
                  <a:off x="6973582" y="2543242"/>
                  <a:ext cx="761341" cy="394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0" h="4659" extrusionOk="0">
                      <a:moveTo>
                        <a:pt x="913" y="1"/>
                      </a:moveTo>
                      <a:lnTo>
                        <a:pt x="1" y="4659"/>
                      </a:lnTo>
                      <a:lnTo>
                        <a:pt x="8990" y="4659"/>
                      </a:lnTo>
                      <a:lnTo>
                        <a:pt x="761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0" name="Google Shape;3350;p47"/>
                <p:cNvSpPr/>
                <p:nvPr/>
              </p:nvSpPr>
              <p:spPr>
                <a:xfrm>
                  <a:off x="7305806" y="2566277"/>
                  <a:ext cx="379315" cy="371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9" h="4387" extrusionOk="0">
                      <a:moveTo>
                        <a:pt x="0" y="0"/>
                      </a:moveTo>
                      <a:lnTo>
                        <a:pt x="0" y="4387"/>
                      </a:lnTo>
                      <a:lnTo>
                        <a:pt x="4478" y="4387"/>
                      </a:lnTo>
                      <a:lnTo>
                        <a:pt x="33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1" name="Google Shape;3351;p47"/>
                <p:cNvSpPr/>
                <p:nvPr/>
              </p:nvSpPr>
              <p:spPr>
                <a:xfrm>
                  <a:off x="6992975" y="2566277"/>
                  <a:ext cx="293273" cy="371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3" h="4387" extrusionOk="0">
                      <a:moveTo>
                        <a:pt x="900" y="0"/>
                      </a:moveTo>
                      <a:lnTo>
                        <a:pt x="1" y="4387"/>
                      </a:lnTo>
                      <a:lnTo>
                        <a:pt x="3462" y="4387"/>
                      </a:lnTo>
                      <a:lnTo>
                        <a:pt x="3462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2" name="Google Shape;3352;p47"/>
                <p:cNvSpPr/>
                <p:nvPr/>
              </p:nvSpPr>
              <p:spPr>
                <a:xfrm>
                  <a:off x="7305806" y="2566277"/>
                  <a:ext cx="315884" cy="132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0" h="1566" extrusionOk="0">
                      <a:moveTo>
                        <a:pt x="0" y="0"/>
                      </a:moveTo>
                      <a:lnTo>
                        <a:pt x="0" y="1566"/>
                      </a:lnTo>
                      <a:lnTo>
                        <a:pt x="3730" y="1566"/>
                      </a:lnTo>
                      <a:lnTo>
                        <a:pt x="3321" y="0"/>
                      </a:lnTo>
                      <a:close/>
                    </a:path>
                  </a:pathLst>
                </a:custGeom>
                <a:solidFill>
                  <a:srgbClr val="FFFFFF">
                    <a:alpha val="32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3" name="Google Shape;3353;p47"/>
                <p:cNvSpPr/>
                <p:nvPr/>
              </p:nvSpPr>
              <p:spPr>
                <a:xfrm>
                  <a:off x="7041416" y="2566277"/>
                  <a:ext cx="244832" cy="132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1" h="1566" extrusionOk="0">
                      <a:moveTo>
                        <a:pt x="328" y="0"/>
                      </a:moveTo>
                      <a:lnTo>
                        <a:pt x="1" y="1566"/>
                      </a:lnTo>
                      <a:lnTo>
                        <a:pt x="2890" y="1566"/>
                      </a:lnTo>
                      <a:lnTo>
                        <a:pt x="2890" y="0"/>
                      </a:lnTo>
                      <a:close/>
                    </a:path>
                  </a:pathLst>
                </a:custGeom>
                <a:solidFill>
                  <a:srgbClr val="FFFFFF">
                    <a:alpha val="32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4" name="Google Shape;3354;p47"/>
                <p:cNvSpPr/>
                <p:nvPr/>
              </p:nvSpPr>
              <p:spPr>
                <a:xfrm>
                  <a:off x="6476474" y="2568478"/>
                  <a:ext cx="569777" cy="369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8" h="4361" extrusionOk="0">
                      <a:moveTo>
                        <a:pt x="2900" y="0"/>
                      </a:moveTo>
                      <a:lnTo>
                        <a:pt x="0" y="4361"/>
                      </a:lnTo>
                      <a:lnTo>
                        <a:pt x="5871" y="4361"/>
                      </a:lnTo>
                      <a:lnTo>
                        <a:pt x="672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5" name="Google Shape;3355;p47"/>
                <p:cNvSpPr/>
                <p:nvPr/>
              </p:nvSpPr>
              <p:spPr>
                <a:xfrm>
                  <a:off x="6476474" y="2568478"/>
                  <a:ext cx="534039" cy="369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6" h="4361" extrusionOk="0">
                      <a:moveTo>
                        <a:pt x="5024" y="0"/>
                      </a:moveTo>
                      <a:lnTo>
                        <a:pt x="1334" y="2357"/>
                      </a:lnTo>
                      <a:lnTo>
                        <a:pt x="0" y="4361"/>
                      </a:lnTo>
                      <a:lnTo>
                        <a:pt x="259" y="4361"/>
                      </a:lnTo>
                      <a:lnTo>
                        <a:pt x="6306" y="0"/>
                      </a:lnTo>
                      <a:close/>
                    </a:path>
                  </a:pathLst>
                </a:custGeom>
                <a:solidFill>
                  <a:srgbClr val="FFFFFF">
                    <a:alpha val="32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6" name="Google Shape;3356;p47"/>
                <p:cNvSpPr/>
                <p:nvPr/>
              </p:nvSpPr>
              <p:spPr>
                <a:xfrm>
                  <a:off x="6565310" y="2595070"/>
                  <a:ext cx="475097" cy="342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0" h="4047" extrusionOk="0">
                      <a:moveTo>
                        <a:pt x="5610" y="0"/>
                      </a:moveTo>
                      <a:lnTo>
                        <a:pt x="1" y="4047"/>
                      </a:lnTo>
                      <a:lnTo>
                        <a:pt x="939" y="4047"/>
                      </a:lnTo>
                      <a:lnTo>
                        <a:pt x="5459" y="791"/>
                      </a:lnTo>
                      <a:lnTo>
                        <a:pt x="5610" y="0"/>
                      </a:lnTo>
                      <a:close/>
                    </a:path>
                  </a:pathLst>
                </a:custGeom>
                <a:solidFill>
                  <a:srgbClr val="FFFFFF">
                    <a:alpha val="329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7" name="Google Shape;3357;p47"/>
                <p:cNvSpPr/>
                <p:nvPr/>
              </p:nvSpPr>
              <p:spPr>
                <a:xfrm>
                  <a:off x="6759072" y="3098017"/>
                  <a:ext cx="306823" cy="166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1962" extrusionOk="0">
                      <a:moveTo>
                        <a:pt x="1769" y="0"/>
                      </a:moveTo>
                      <a:cubicBezTo>
                        <a:pt x="788" y="0"/>
                        <a:pt x="1" y="775"/>
                        <a:pt x="1" y="1716"/>
                      </a:cubicBezTo>
                      <a:cubicBezTo>
                        <a:pt x="1" y="1798"/>
                        <a:pt x="14" y="1880"/>
                        <a:pt x="14" y="1961"/>
                      </a:cubicBezTo>
                      <a:lnTo>
                        <a:pt x="3609" y="1961"/>
                      </a:lnTo>
                      <a:cubicBezTo>
                        <a:pt x="3622" y="1880"/>
                        <a:pt x="3622" y="1798"/>
                        <a:pt x="3622" y="1716"/>
                      </a:cubicBezTo>
                      <a:cubicBezTo>
                        <a:pt x="3622" y="775"/>
                        <a:pt x="2926" y="0"/>
                        <a:pt x="20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8" name="Google Shape;3358;p47"/>
                <p:cNvSpPr/>
                <p:nvPr/>
              </p:nvSpPr>
              <p:spPr>
                <a:xfrm>
                  <a:off x="7582560" y="3098017"/>
                  <a:ext cx="305722" cy="166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0" h="1962" extrusionOk="0">
                      <a:moveTo>
                        <a:pt x="1756" y="0"/>
                      </a:moveTo>
                      <a:cubicBezTo>
                        <a:pt x="789" y="0"/>
                        <a:pt x="1" y="775"/>
                        <a:pt x="1" y="1716"/>
                      </a:cubicBezTo>
                      <a:cubicBezTo>
                        <a:pt x="1" y="1798"/>
                        <a:pt x="1" y="1880"/>
                        <a:pt x="14" y="1961"/>
                      </a:cubicBezTo>
                      <a:lnTo>
                        <a:pt x="3596" y="1961"/>
                      </a:lnTo>
                      <a:cubicBezTo>
                        <a:pt x="3609" y="1880"/>
                        <a:pt x="3609" y="1798"/>
                        <a:pt x="3609" y="1716"/>
                      </a:cubicBezTo>
                      <a:cubicBezTo>
                        <a:pt x="3609" y="775"/>
                        <a:pt x="2913" y="0"/>
                        <a:pt x="20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9" name="Google Shape;3359;p47"/>
                <p:cNvSpPr/>
                <p:nvPr/>
              </p:nvSpPr>
              <p:spPr>
                <a:xfrm>
                  <a:off x="6107243" y="3042632"/>
                  <a:ext cx="124575" cy="74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1" h="874" extrusionOk="0">
                      <a:moveTo>
                        <a:pt x="0" y="0"/>
                      </a:moveTo>
                      <a:lnTo>
                        <a:pt x="0" y="873"/>
                      </a:lnTo>
                      <a:lnTo>
                        <a:pt x="1471" y="873"/>
                      </a:lnTo>
                      <a:lnTo>
                        <a:pt x="147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0" name="Google Shape;3360;p47"/>
                <p:cNvSpPr/>
                <p:nvPr/>
              </p:nvSpPr>
              <p:spPr>
                <a:xfrm>
                  <a:off x="6479777" y="3042632"/>
                  <a:ext cx="124660" cy="74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2" h="874" extrusionOk="0">
                      <a:moveTo>
                        <a:pt x="1" y="0"/>
                      </a:moveTo>
                      <a:lnTo>
                        <a:pt x="1" y="873"/>
                      </a:lnTo>
                      <a:lnTo>
                        <a:pt x="1471" y="873"/>
                      </a:lnTo>
                      <a:lnTo>
                        <a:pt x="147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1" name="Google Shape;3361;p47"/>
                <p:cNvSpPr/>
                <p:nvPr/>
              </p:nvSpPr>
              <p:spPr>
                <a:xfrm>
                  <a:off x="6792269" y="3130366"/>
                  <a:ext cx="233229" cy="227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4" h="2681" extrusionOk="0">
                      <a:moveTo>
                        <a:pt x="1377" y="1"/>
                      </a:moveTo>
                      <a:cubicBezTo>
                        <a:pt x="615" y="1"/>
                        <a:pt x="1" y="599"/>
                        <a:pt x="1" y="1334"/>
                      </a:cubicBezTo>
                      <a:cubicBezTo>
                        <a:pt x="1" y="2083"/>
                        <a:pt x="615" y="2681"/>
                        <a:pt x="1377" y="2681"/>
                      </a:cubicBezTo>
                      <a:lnTo>
                        <a:pt x="1665" y="2681"/>
                      </a:lnTo>
                      <a:lnTo>
                        <a:pt x="1665" y="2655"/>
                      </a:lnTo>
                      <a:cubicBezTo>
                        <a:pt x="2276" y="2534"/>
                        <a:pt x="2753" y="1988"/>
                        <a:pt x="2753" y="1334"/>
                      </a:cubicBezTo>
                      <a:cubicBezTo>
                        <a:pt x="2753" y="694"/>
                        <a:pt x="2276" y="148"/>
                        <a:pt x="1665" y="27"/>
                      </a:cubicBezTo>
                      <a:lnTo>
                        <a:pt x="166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2" name="Google Shape;3362;p47"/>
                <p:cNvSpPr/>
                <p:nvPr/>
              </p:nvSpPr>
              <p:spPr>
                <a:xfrm>
                  <a:off x="6832749" y="3130366"/>
                  <a:ext cx="199608" cy="227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" h="2681" extrusionOk="0">
                      <a:moveTo>
                        <a:pt x="1187" y="1"/>
                      </a:moveTo>
                      <a:cubicBezTo>
                        <a:pt x="533" y="1"/>
                        <a:pt x="0" y="599"/>
                        <a:pt x="0" y="1334"/>
                      </a:cubicBezTo>
                      <a:cubicBezTo>
                        <a:pt x="0" y="2083"/>
                        <a:pt x="533" y="2681"/>
                        <a:pt x="1187" y="2681"/>
                      </a:cubicBezTo>
                      <a:cubicBezTo>
                        <a:pt x="1827" y="2681"/>
                        <a:pt x="2357" y="2083"/>
                        <a:pt x="2357" y="1334"/>
                      </a:cubicBezTo>
                      <a:cubicBezTo>
                        <a:pt x="2357" y="599"/>
                        <a:pt x="1827" y="1"/>
                        <a:pt x="118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3" name="Google Shape;3363;p47"/>
                <p:cNvSpPr/>
                <p:nvPr/>
              </p:nvSpPr>
              <p:spPr>
                <a:xfrm>
                  <a:off x="6868402" y="3170507"/>
                  <a:ext cx="128302" cy="146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5" h="1733" extrusionOk="0">
                      <a:moveTo>
                        <a:pt x="766" y="1"/>
                      </a:moveTo>
                      <a:cubicBezTo>
                        <a:pt x="344" y="1"/>
                        <a:pt x="1" y="383"/>
                        <a:pt x="1" y="860"/>
                      </a:cubicBezTo>
                      <a:cubicBezTo>
                        <a:pt x="1" y="1351"/>
                        <a:pt x="344" y="1733"/>
                        <a:pt x="766" y="1733"/>
                      </a:cubicBezTo>
                      <a:cubicBezTo>
                        <a:pt x="1174" y="1733"/>
                        <a:pt x="1514" y="1351"/>
                        <a:pt x="1514" y="860"/>
                      </a:cubicBezTo>
                      <a:cubicBezTo>
                        <a:pt x="1514" y="383"/>
                        <a:pt x="1174" y="1"/>
                        <a:pt x="76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4" name="Google Shape;3364;p47"/>
                <p:cNvSpPr/>
                <p:nvPr/>
              </p:nvSpPr>
              <p:spPr>
                <a:xfrm>
                  <a:off x="6903038" y="3210902"/>
                  <a:ext cx="59027" cy="6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" h="779" extrusionOk="0">
                      <a:moveTo>
                        <a:pt x="357" y="1"/>
                      </a:moveTo>
                      <a:cubicBezTo>
                        <a:pt x="164" y="1"/>
                        <a:pt x="0" y="177"/>
                        <a:pt x="0" y="383"/>
                      </a:cubicBezTo>
                      <a:cubicBezTo>
                        <a:pt x="0" y="602"/>
                        <a:pt x="164" y="779"/>
                        <a:pt x="357" y="779"/>
                      </a:cubicBezTo>
                      <a:cubicBezTo>
                        <a:pt x="533" y="779"/>
                        <a:pt x="697" y="602"/>
                        <a:pt x="697" y="383"/>
                      </a:cubicBezTo>
                      <a:cubicBezTo>
                        <a:pt x="697" y="177"/>
                        <a:pt x="533" y="1"/>
                        <a:pt x="3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5" name="Google Shape;3365;p47"/>
                <p:cNvSpPr/>
                <p:nvPr/>
              </p:nvSpPr>
              <p:spPr>
                <a:xfrm>
                  <a:off x="7617197" y="3130366"/>
                  <a:ext cx="232891" cy="227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0" h="2681" extrusionOk="0">
                      <a:moveTo>
                        <a:pt x="1373" y="1"/>
                      </a:moveTo>
                      <a:cubicBezTo>
                        <a:pt x="612" y="1"/>
                        <a:pt x="0" y="599"/>
                        <a:pt x="0" y="1334"/>
                      </a:cubicBezTo>
                      <a:cubicBezTo>
                        <a:pt x="0" y="2083"/>
                        <a:pt x="612" y="2681"/>
                        <a:pt x="1373" y="2681"/>
                      </a:cubicBezTo>
                      <a:lnTo>
                        <a:pt x="1648" y="2681"/>
                      </a:lnTo>
                      <a:lnTo>
                        <a:pt x="1648" y="2655"/>
                      </a:lnTo>
                      <a:cubicBezTo>
                        <a:pt x="2272" y="2534"/>
                        <a:pt x="2749" y="1988"/>
                        <a:pt x="2749" y="1334"/>
                      </a:cubicBezTo>
                      <a:cubicBezTo>
                        <a:pt x="2749" y="694"/>
                        <a:pt x="2272" y="148"/>
                        <a:pt x="1648" y="27"/>
                      </a:cubicBezTo>
                      <a:lnTo>
                        <a:pt x="164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6" name="Google Shape;3366;p47"/>
                <p:cNvSpPr/>
                <p:nvPr/>
              </p:nvSpPr>
              <p:spPr>
                <a:xfrm>
                  <a:off x="7657338" y="3130366"/>
                  <a:ext cx="199608" cy="227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" h="2681" extrusionOk="0">
                      <a:moveTo>
                        <a:pt x="1174" y="1"/>
                      </a:moveTo>
                      <a:cubicBezTo>
                        <a:pt x="533" y="1"/>
                        <a:pt x="0" y="599"/>
                        <a:pt x="0" y="1334"/>
                      </a:cubicBezTo>
                      <a:cubicBezTo>
                        <a:pt x="0" y="2083"/>
                        <a:pt x="533" y="2681"/>
                        <a:pt x="1174" y="2681"/>
                      </a:cubicBezTo>
                      <a:cubicBezTo>
                        <a:pt x="1827" y="2681"/>
                        <a:pt x="2357" y="2083"/>
                        <a:pt x="2357" y="1334"/>
                      </a:cubicBezTo>
                      <a:cubicBezTo>
                        <a:pt x="2357" y="599"/>
                        <a:pt x="1827" y="1"/>
                        <a:pt x="117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7" name="Google Shape;3367;p47"/>
                <p:cNvSpPr/>
                <p:nvPr/>
              </p:nvSpPr>
              <p:spPr>
                <a:xfrm>
                  <a:off x="7693330" y="3170507"/>
                  <a:ext cx="127963" cy="146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" h="1733" extrusionOk="0">
                      <a:moveTo>
                        <a:pt x="749" y="1"/>
                      </a:moveTo>
                      <a:cubicBezTo>
                        <a:pt x="340" y="1"/>
                        <a:pt x="0" y="383"/>
                        <a:pt x="0" y="860"/>
                      </a:cubicBezTo>
                      <a:cubicBezTo>
                        <a:pt x="0" y="1351"/>
                        <a:pt x="340" y="1733"/>
                        <a:pt x="749" y="1733"/>
                      </a:cubicBezTo>
                      <a:cubicBezTo>
                        <a:pt x="1170" y="1733"/>
                        <a:pt x="1510" y="1351"/>
                        <a:pt x="1510" y="860"/>
                      </a:cubicBezTo>
                      <a:cubicBezTo>
                        <a:pt x="1510" y="383"/>
                        <a:pt x="1170" y="1"/>
                        <a:pt x="74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8" name="Google Shape;3368;p47"/>
                <p:cNvSpPr/>
                <p:nvPr/>
              </p:nvSpPr>
              <p:spPr>
                <a:xfrm>
                  <a:off x="7727882" y="3210902"/>
                  <a:ext cx="58773" cy="6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79" extrusionOk="0">
                      <a:moveTo>
                        <a:pt x="341" y="1"/>
                      </a:moveTo>
                      <a:cubicBezTo>
                        <a:pt x="164" y="1"/>
                        <a:pt x="1" y="177"/>
                        <a:pt x="1" y="383"/>
                      </a:cubicBezTo>
                      <a:cubicBezTo>
                        <a:pt x="1" y="602"/>
                        <a:pt x="164" y="779"/>
                        <a:pt x="341" y="779"/>
                      </a:cubicBezTo>
                      <a:cubicBezTo>
                        <a:pt x="530" y="779"/>
                        <a:pt x="694" y="602"/>
                        <a:pt x="694" y="383"/>
                      </a:cubicBezTo>
                      <a:cubicBezTo>
                        <a:pt x="694" y="177"/>
                        <a:pt x="530" y="1"/>
                        <a:pt x="34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9" name="Google Shape;3369;p47"/>
                <p:cNvSpPr/>
                <p:nvPr/>
              </p:nvSpPr>
              <p:spPr>
                <a:xfrm>
                  <a:off x="6066988" y="3198202"/>
                  <a:ext cx="614682" cy="77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0" h="916" extrusionOk="0">
                      <a:moveTo>
                        <a:pt x="0" y="0"/>
                      </a:moveTo>
                      <a:lnTo>
                        <a:pt x="0" y="916"/>
                      </a:lnTo>
                      <a:lnTo>
                        <a:pt x="6439" y="916"/>
                      </a:lnTo>
                      <a:lnTo>
                        <a:pt x="643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0" name="Google Shape;3370;p47"/>
                <p:cNvSpPr/>
                <p:nvPr/>
              </p:nvSpPr>
              <p:spPr>
                <a:xfrm>
                  <a:off x="7946880" y="3215645"/>
                  <a:ext cx="116615" cy="60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7" h="710" extrusionOk="0">
                      <a:moveTo>
                        <a:pt x="0" y="0"/>
                      </a:moveTo>
                      <a:lnTo>
                        <a:pt x="0" y="710"/>
                      </a:lnTo>
                      <a:lnTo>
                        <a:pt x="1376" y="710"/>
                      </a:lnTo>
                      <a:lnTo>
                        <a:pt x="137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1" name="Google Shape;3371;p47"/>
                <p:cNvSpPr/>
                <p:nvPr/>
              </p:nvSpPr>
              <p:spPr>
                <a:xfrm>
                  <a:off x="7918087" y="3002237"/>
                  <a:ext cx="91124" cy="96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6" h="1145" extrusionOk="0">
                      <a:moveTo>
                        <a:pt x="0" y="0"/>
                      </a:moveTo>
                      <a:lnTo>
                        <a:pt x="0" y="696"/>
                      </a:lnTo>
                      <a:lnTo>
                        <a:pt x="1076" y="1144"/>
                      </a:lnTo>
                      <a:lnTo>
                        <a:pt x="9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2" name="Google Shape;3372;p47"/>
                <p:cNvSpPr/>
                <p:nvPr/>
              </p:nvSpPr>
              <p:spPr>
                <a:xfrm>
                  <a:off x="6245620" y="3210902"/>
                  <a:ext cx="226200" cy="52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616" extrusionOk="0">
                      <a:moveTo>
                        <a:pt x="0" y="1"/>
                      </a:moveTo>
                      <a:lnTo>
                        <a:pt x="0" y="615"/>
                      </a:lnTo>
                      <a:lnTo>
                        <a:pt x="2671" y="615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3" name="Google Shape;3373;p47"/>
                <p:cNvSpPr/>
                <p:nvPr/>
              </p:nvSpPr>
              <p:spPr>
                <a:xfrm>
                  <a:off x="6282097" y="3093357"/>
                  <a:ext cx="132750" cy="74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5" h="1309" extrusionOk="0">
                      <a:moveTo>
                        <a:pt x="1" y="1"/>
                      </a:moveTo>
                      <a:lnTo>
                        <a:pt x="1" y="1308"/>
                      </a:lnTo>
                      <a:lnTo>
                        <a:pt x="2344" y="1308"/>
                      </a:lnTo>
                      <a:lnTo>
                        <a:pt x="234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4" name="Google Shape;3374;p47"/>
                <p:cNvSpPr/>
                <p:nvPr/>
              </p:nvSpPr>
              <p:spPr>
                <a:xfrm>
                  <a:off x="7188177" y="2958455"/>
                  <a:ext cx="78421" cy="33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6" h="397" extrusionOk="0">
                      <a:moveTo>
                        <a:pt x="461" y="1"/>
                      </a:moveTo>
                      <a:cubicBezTo>
                        <a:pt x="203" y="1"/>
                        <a:pt x="0" y="96"/>
                        <a:pt x="0" y="190"/>
                      </a:cubicBezTo>
                      <a:cubicBezTo>
                        <a:pt x="0" y="298"/>
                        <a:pt x="203" y="396"/>
                        <a:pt x="461" y="396"/>
                      </a:cubicBezTo>
                      <a:cubicBezTo>
                        <a:pt x="719" y="396"/>
                        <a:pt x="925" y="298"/>
                        <a:pt x="925" y="190"/>
                      </a:cubicBezTo>
                      <a:cubicBezTo>
                        <a:pt x="925" y="96"/>
                        <a:pt x="719" y="1"/>
                        <a:pt x="46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5" name="Google Shape;3375;p47"/>
                <p:cNvSpPr/>
                <p:nvPr/>
              </p:nvSpPr>
              <p:spPr>
                <a:xfrm>
                  <a:off x="7567401" y="2958455"/>
                  <a:ext cx="77574" cy="33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" h="397" extrusionOk="0">
                      <a:moveTo>
                        <a:pt x="451" y="1"/>
                      </a:moveTo>
                      <a:cubicBezTo>
                        <a:pt x="206" y="1"/>
                        <a:pt x="0" y="96"/>
                        <a:pt x="0" y="190"/>
                      </a:cubicBezTo>
                      <a:cubicBezTo>
                        <a:pt x="0" y="298"/>
                        <a:pt x="206" y="396"/>
                        <a:pt x="451" y="396"/>
                      </a:cubicBezTo>
                      <a:cubicBezTo>
                        <a:pt x="709" y="396"/>
                        <a:pt x="915" y="298"/>
                        <a:pt x="915" y="190"/>
                      </a:cubicBezTo>
                      <a:cubicBezTo>
                        <a:pt x="915" y="96"/>
                        <a:pt x="709" y="1"/>
                        <a:pt x="45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6" name="Google Shape;3376;p47"/>
                <p:cNvSpPr/>
                <p:nvPr/>
              </p:nvSpPr>
              <p:spPr>
                <a:xfrm>
                  <a:off x="6822502" y="2860304"/>
                  <a:ext cx="52930" cy="72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" h="860" extrusionOk="0">
                      <a:moveTo>
                        <a:pt x="73" y="1"/>
                      </a:moveTo>
                      <a:cubicBezTo>
                        <a:pt x="61" y="1"/>
                        <a:pt x="50" y="5"/>
                        <a:pt x="39" y="16"/>
                      </a:cubicBezTo>
                      <a:cubicBezTo>
                        <a:pt x="0" y="29"/>
                        <a:pt x="0" y="68"/>
                        <a:pt x="13" y="111"/>
                      </a:cubicBezTo>
                      <a:lnTo>
                        <a:pt x="477" y="859"/>
                      </a:lnTo>
                      <a:lnTo>
                        <a:pt x="624" y="859"/>
                      </a:lnTo>
                      <a:lnTo>
                        <a:pt x="624" y="833"/>
                      </a:lnTo>
                      <a:lnTo>
                        <a:pt x="134" y="42"/>
                      </a:lnTo>
                      <a:cubicBezTo>
                        <a:pt x="117" y="17"/>
                        <a:pt x="95" y="1"/>
                        <a:pt x="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7" name="Google Shape;3377;p47"/>
                <p:cNvSpPr/>
                <p:nvPr/>
              </p:nvSpPr>
              <p:spPr>
                <a:xfrm>
                  <a:off x="6843250" y="2928307"/>
                  <a:ext cx="47425" cy="9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" h="112" extrusionOk="0">
                      <a:moveTo>
                        <a:pt x="0" y="0"/>
                      </a:moveTo>
                      <a:lnTo>
                        <a:pt x="0" y="112"/>
                      </a:lnTo>
                      <a:lnTo>
                        <a:pt x="559" y="112"/>
                      </a:lnTo>
                      <a:lnTo>
                        <a:pt x="55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8" name="Google Shape;3378;p47"/>
                <p:cNvSpPr/>
                <p:nvPr/>
              </p:nvSpPr>
              <p:spPr>
                <a:xfrm>
                  <a:off x="6551506" y="2860304"/>
                  <a:ext cx="54031" cy="72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" h="860" extrusionOk="0">
                      <a:moveTo>
                        <a:pt x="556" y="1"/>
                      </a:moveTo>
                      <a:cubicBezTo>
                        <a:pt x="531" y="1"/>
                        <a:pt x="512" y="17"/>
                        <a:pt x="504" y="42"/>
                      </a:cubicBezTo>
                      <a:lnTo>
                        <a:pt x="13" y="833"/>
                      </a:lnTo>
                      <a:cubicBezTo>
                        <a:pt x="13" y="833"/>
                        <a:pt x="13" y="846"/>
                        <a:pt x="0" y="859"/>
                      </a:cubicBezTo>
                      <a:lnTo>
                        <a:pt x="164" y="859"/>
                      </a:lnTo>
                      <a:lnTo>
                        <a:pt x="624" y="111"/>
                      </a:lnTo>
                      <a:cubicBezTo>
                        <a:pt x="638" y="68"/>
                        <a:pt x="624" y="29"/>
                        <a:pt x="598" y="16"/>
                      </a:cubicBezTo>
                      <a:cubicBezTo>
                        <a:pt x="583" y="5"/>
                        <a:pt x="569" y="1"/>
                        <a:pt x="55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9" name="Google Shape;3379;p47"/>
                <p:cNvSpPr/>
                <p:nvPr/>
              </p:nvSpPr>
              <p:spPr>
                <a:xfrm>
                  <a:off x="6536263" y="2928307"/>
                  <a:ext cx="48526" cy="9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" h="112" extrusionOk="0">
                      <a:moveTo>
                        <a:pt x="0" y="0"/>
                      </a:moveTo>
                      <a:lnTo>
                        <a:pt x="0" y="112"/>
                      </a:lnTo>
                      <a:lnTo>
                        <a:pt x="572" y="112"/>
                      </a:ln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rgbClr val="473A5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380" name="Google Shape;3380;p47"/>
                <p:cNvGrpSpPr/>
                <p:nvPr/>
              </p:nvGrpSpPr>
              <p:grpSpPr>
                <a:xfrm>
                  <a:off x="4284955" y="2590958"/>
                  <a:ext cx="1837410" cy="766432"/>
                  <a:chOff x="3445543" y="2610469"/>
                  <a:chExt cx="5339754" cy="2227354"/>
                </a:xfrm>
              </p:grpSpPr>
              <p:sp>
                <p:nvSpPr>
                  <p:cNvPr id="3381" name="Google Shape;3381;p47"/>
                  <p:cNvSpPr/>
                  <p:nvPr/>
                </p:nvSpPr>
                <p:spPr>
                  <a:xfrm>
                    <a:off x="5287909" y="4172603"/>
                    <a:ext cx="622158" cy="665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6" h="2070" extrusionOk="0">
                        <a:moveTo>
                          <a:pt x="762" y="0"/>
                        </a:moveTo>
                        <a:lnTo>
                          <a:pt x="762" y="26"/>
                        </a:lnTo>
                        <a:cubicBezTo>
                          <a:pt x="328" y="124"/>
                          <a:pt x="1" y="533"/>
                          <a:pt x="1" y="1036"/>
                        </a:cubicBezTo>
                        <a:cubicBezTo>
                          <a:pt x="1" y="1540"/>
                          <a:pt x="328" y="1961"/>
                          <a:pt x="762" y="2056"/>
                        </a:cubicBezTo>
                        <a:lnTo>
                          <a:pt x="762" y="2069"/>
                        </a:lnTo>
                        <a:lnTo>
                          <a:pt x="968" y="2069"/>
                        </a:lnTo>
                        <a:cubicBezTo>
                          <a:pt x="1498" y="2069"/>
                          <a:pt x="1936" y="1608"/>
                          <a:pt x="1936" y="1036"/>
                        </a:cubicBezTo>
                        <a:cubicBezTo>
                          <a:pt x="1936" y="464"/>
                          <a:pt x="1498" y="0"/>
                          <a:pt x="96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82" name="Google Shape;3382;p47"/>
                  <p:cNvSpPr/>
                  <p:nvPr/>
                </p:nvSpPr>
                <p:spPr>
                  <a:xfrm>
                    <a:off x="5266056" y="4172603"/>
                    <a:ext cx="534747" cy="665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4" h="2070" extrusionOk="0">
                        <a:moveTo>
                          <a:pt x="830" y="0"/>
                        </a:moveTo>
                        <a:cubicBezTo>
                          <a:pt x="370" y="0"/>
                          <a:pt x="0" y="464"/>
                          <a:pt x="0" y="1036"/>
                        </a:cubicBezTo>
                        <a:cubicBezTo>
                          <a:pt x="0" y="1608"/>
                          <a:pt x="370" y="2069"/>
                          <a:pt x="830" y="2069"/>
                        </a:cubicBezTo>
                        <a:cubicBezTo>
                          <a:pt x="1295" y="2069"/>
                          <a:pt x="1664" y="1608"/>
                          <a:pt x="1664" y="1036"/>
                        </a:cubicBezTo>
                        <a:cubicBezTo>
                          <a:pt x="1664" y="464"/>
                          <a:pt x="1295" y="0"/>
                          <a:pt x="83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83" name="Google Shape;3383;p47"/>
                  <p:cNvSpPr/>
                  <p:nvPr/>
                </p:nvSpPr>
                <p:spPr>
                  <a:xfrm>
                    <a:off x="7839519" y="4172603"/>
                    <a:ext cx="622158" cy="665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6" h="2070" extrusionOk="0">
                        <a:moveTo>
                          <a:pt x="778" y="0"/>
                        </a:moveTo>
                        <a:lnTo>
                          <a:pt x="778" y="26"/>
                        </a:lnTo>
                        <a:cubicBezTo>
                          <a:pt x="327" y="124"/>
                          <a:pt x="0" y="533"/>
                          <a:pt x="0" y="1036"/>
                        </a:cubicBezTo>
                        <a:cubicBezTo>
                          <a:pt x="0" y="1540"/>
                          <a:pt x="327" y="1961"/>
                          <a:pt x="778" y="2056"/>
                        </a:cubicBezTo>
                        <a:lnTo>
                          <a:pt x="778" y="2069"/>
                        </a:lnTo>
                        <a:lnTo>
                          <a:pt x="968" y="2069"/>
                        </a:lnTo>
                        <a:cubicBezTo>
                          <a:pt x="1501" y="2069"/>
                          <a:pt x="1935" y="1608"/>
                          <a:pt x="1935" y="1036"/>
                        </a:cubicBezTo>
                        <a:cubicBezTo>
                          <a:pt x="1935" y="464"/>
                          <a:pt x="1501" y="0"/>
                          <a:pt x="96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84" name="Google Shape;3384;p47"/>
                  <p:cNvSpPr/>
                  <p:nvPr/>
                </p:nvSpPr>
                <p:spPr>
                  <a:xfrm>
                    <a:off x="7822487" y="4172603"/>
                    <a:ext cx="529927" cy="665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2070" extrusionOk="0">
                        <a:moveTo>
                          <a:pt x="831" y="0"/>
                        </a:moveTo>
                        <a:cubicBezTo>
                          <a:pt x="367" y="0"/>
                          <a:pt x="1" y="464"/>
                          <a:pt x="1" y="1036"/>
                        </a:cubicBezTo>
                        <a:cubicBezTo>
                          <a:pt x="1" y="1608"/>
                          <a:pt x="367" y="2069"/>
                          <a:pt x="831" y="2069"/>
                        </a:cubicBezTo>
                        <a:cubicBezTo>
                          <a:pt x="1279" y="2069"/>
                          <a:pt x="1648" y="1608"/>
                          <a:pt x="1648" y="1036"/>
                        </a:cubicBezTo>
                        <a:cubicBezTo>
                          <a:pt x="1648" y="464"/>
                          <a:pt x="1279" y="0"/>
                          <a:pt x="8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85" name="Google Shape;3385;p47"/>
                  <p:cNvSpPr/>
                  <p:nvPr/>
                </p:nvSpPr>
                <p:spPr>
                  <a:xfrm>
                    <a:off x="5025356" y="3730089"/>
                    <a:ext cx="3759941" cy="792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00" h="2466" extrusionOk="0">
                        <a:moveTo>
                          <a:pt x="8228" y="1"/>
                        </a:moveTo>
                        <a:lnTo>
                          <a:pt x="328" y="30"/>
                        </a:lnTo>
                        <a:lnTo>
                          <a:pt x="1" y="2466"/>
                        </a:lnTo>
                        <a:lnTo>
                          <a:pt x="11699" y="2466"/>
                        </a:lnTo>
                        <a:lnTo>
                          <a:pt x="11699" y="995"/>
                        </a:lnTo>
                        <a:lnTo>
                          <a:pt x="8228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86" name="Google Shape;3386;p47"/>
                  <p:cNvSpPr/>
                  <p:nvPr/>
                </p:nvSpPr>
                <p:spPr>
                  <a:xfrm>
                    <a:off x="5025356" y="4374096"/>
                    <a:ext cx="3759941" cy="148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00" h="462" extrusionOk="0">
                        <a:moveTo>
                          <a:pt x="56" y="1"/>
                        </a:moveTo>
                        <a:lnTo>
                          <a:pt x="1" y="462"/>
                        </a:lnTo>
                        <a:lnTo>
                          <a:pt x="11699" y="462"/>
                        </a:lnTo>
                        <a:lnTo>
                          <a:pt x="11699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87" name="Google Shape;3387;p47"/>
                  <p:cNvSpPr/>
                  <p:nvPr/>
                </p:nvSpPr>
                <p:spPr>
                  <a:xfrm>
                    <a:off x="5287909" y="2610469"/>
                    <a:ext cx="2381617" cy="11295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11" h="3515" extrusionOk="0">
                        <a:moveTo>
                          <a:pt x="926" y="1"/>
                        </a:moveTo>
                        <a:lnTo>
                          <a:pt x="1" y="3514"/>
                        </a:lnTo>
                        <a:lnTo>
                          <a:pt x="7411" y="3485"/>
                        </a:lnTo>
                        <a:lnTo>
                          <a:pt x="4400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88" name="Google Shape;3388;p47"/>
                  <p:cNvSpPr/>
                  <p:nvPr/>
                </p:nvSpPr>
                <p:spPr>
                  <a:xfrm>
                    <a:off x="3520099" y="3730089"/>
                    <a:ext cx="3759941" cy="792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00" h="2466" extrusionOk="0">
                        <a:moveTo>
                          <a:pt x="328" y="1"/>
                        </a:moveTo>
                        <a:lnTo>
                          <a:pt x="1" y="2466"/>
                        </a:lnTo>
                        <a:lnTo>
                          <a:pt x="11699" y="2466"/>
                        </a:lnTo>
                        <a:lnTo>
                          <a:pt x="11699" y="995"/>
                        </a:lnTo>
                        <a:lnTo>
                          <a:pt x="8225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89" name="Google Shape;3389;p47"/>
                  <p:cNvSpPr/>
                  <p:nvPr/>
                </p:nvSpPr>
                <p:spPr>
                  <a:xfrm>
                    <a:off x="3520099" y="4163926"/>
                    <a:ext cx="3759941" cy="3586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00" h="1116" extrusionOk="0">
                        <a:moveTo>
                          <a:pt x="151" y="1"/>
                        </a:moveTo>
                        <a:lnTo>
                          <a:pt x="1" y="1116"/>
                        </a:lnTo>
                        <a:lnTo>
                          <a:pt x="11699" y="1116"/>
                        </a:lnTo>
                        <a:lnTo>
                          <a:pt x="11699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90" name="Google Shape;3390;p47"/>
                  <p:cNvSpPr/>
                  <p:nvPr/>
                </p:nvSpPr>
                <p:spPr>
                  <a:xfrm>
                    <a:off x="3843710" y="2610469"/>
                    <a:ext cx="2319595" cy="11861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18" h="3691" extrusionOk="0">
                        <a:moveTo>
                          <a:pt x="1703" y="1"/>
                        </a:moveTo>
                        <a:lnTo>
                          <a:pt x="0" y="3691"/>
                        </a:lnTo>
                        <a:lnTo>
                          <a:pt x="0" y="3691"/>
                        </a:lnTo>
                        <a:lnTo>
                          <a:pt x="7218" y="3485"/>
                        </a:lnTo>
                        <a:lnTo>
                          <a:pt x="542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91" name="Google Shape;3391;p47"/>
                  <p:cNvSpPr/>
                  <p:nvPr/>
                </p:nvSpPr>
                <p:spPr>
                  <a:xfrm>
                    <a:off x="4009533" y="2679883"/>
                    <a:ext cx="1182293" cy="1060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79" h="3299" extrusionOk="0">
                        <a:moveTo>
                          <a:pt x="1488" y="0"/>
                        </a:moveTo>
                        <a:lnTo>
                          <a:pt x="1" y="3298"/>
                        </a:lnTo>
                        <a:lnTo>
                          <a:pt x="3489" y="3298"/>
                        </a:lnTo>
                        <a:lnTo>
                          <a:pt x="3678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92" name="Google Shape;3392;p47"/>
                  <p:cNvSpPr/>
                  <p:nvPr/>
                </p:nvSpPr>
                <p:spPr>
                  <a:xfrm>
                    <a:off x="5243882" y="2679883"/>
                    <a:ext cx="814333" cy="1060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34" h="3299" extrusionOk="0">
                        <a:moveTo>
                          <a:pt x="193" y="0"/>
                        </a:moveTo>
                        <a:lnTo>
                          <a:pt x="1" y="3298"/>
                        </a:lnTo>
                        <a:lnTo>
                          <a:pt x="2534" y="3298"/>
                        </a:lnTo>
                        <a:lnTo>
                          <a:pt x="88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93" name="Google Shape;3393;p47"/>
                  <p:cNvSpPr/>
                  <p:nvPr/>
                </p:nvSpPr>
                <p:spPr>
                  <a:xfrm>
                    <a:off x="4298437" y="2679883"/>
                    <a:ext cx="893388" cy="424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80" h="1321" extrusionOk="0">
                        <a:moveTo>
                          <a:pt x="589" y="0"/>
                        </a:moveTo>
                        <a:lnTo>
                          <a:pt x="1" y="1321"/>
                        </a:lnTo>
                        <a:lnTo>
                          <a:pt x="2697" y="1321"/>
                        </a:lnTo>
                        <a:lnTo>
                          <a:pt x="2779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3292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94" name="Google Shape;3394;p47"/>
                  <p:cNvSpPr/>
                  <p:nvPr/>
                </p:nvSpPr>
                <p:spPr>
                  <a:xfrm>
                    <a:off x="5279553" y="2679883"/>
                    <a:ext cx="459548" cy="424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0" h="1321" extrusionOk="0">
                        <a:moveTo>
                          <a:pt x="82" y="0"/>
                        </a:moveTo>
                        <a:lnTo>
                          <a:pt x="1" y="1321"/>
                        </a:lnTo>
                        <a:lnTo>
                          <a:pt x="1429" y="1321"/>
                        </a:lnTo>
                        <a:lnTo>
                          <a:pt x="775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3292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95" name="Google Shape;3395;p47"/>
                  <p:cNvSpPr/>
                  <p:nvPr/>
                </p:nvSpPr>
                <p:spPr>
                  <a:xfrm>
                    <a:off x="5625338" y="2689202"/>
                    <a:ext cx="2044187" cy="1041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1" h="3240" extrusionOk="0">
                        <a:moveTo>
                          <a:pt x="0" y="1"/>
                        </a:moveTo>
                        <a:lnTo>
                          <a:pt x="1674" y="3240"/>
                        </a:lnTo>
                        <a:lnTo>
                          <a:pt x="6361" y="3240"/>
                        </a:lnTo>
                        <a:lnTo>
                          <a:pt x="3553" y="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96" name="Google Shape;3396;p47"/>
                  <p:cNvSpPr/>
                  <p:nvPr/>
                </p:nvSpPr>
                <p:spPr>
                  <a:xfrm>
                    <a:off x="5905566" y="2689202"/>
                    <a:ext cx="669398" cy="323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3" h="1008" extrusionOk="0">
                        <a:moveTo>
                          <a:pt x="1" y="1"/>
                        </a:moveTo>
                        <a:cubicBezTo>
                          <a:pt x="96" y="203"/>
                          <a:pt x="491" y="354"/>
                          <a:pt x="952" y="367"/>
                        </a:cubicBezTo>
                        <a:lnTo>
                          <a:pt x="952" y="612"/>
                        </a:lnTo>
                        <a:lnTo>
                          <a:pt x="599" y="612"/>
                        </a:lnTo>
                        <a:cubicBezTo>
                          <a:pt x="491" y="612"/>
                          <a:pt x="409" y="694"/>
                          <a:pt x="409" y="789"/>
                        </a:cubicBezTo>
                        <a:lnTo>
                          <a:pt x="409" y="831"/>
                        </a:lnTo>
                        <a:cubicBezTo>
                          <a:pt x="409" y="926"/>
                          <a:pt x="491" y="1008"/>
                          <a:pt x="599" y="1008"/>
                        </a:cubicBezTo>
                        <a:lnTo>
                          <a:pt x="1485" y="1008"/>
                        </a:lnTo>
                        <a:cubicBezTo>
                          <a:pt x="1593" y="1008"/>
                          <a:pt x="1674" y="926"/>
                          <a:pt x="1674" y="831"/>
                        </a:cubicBezTo>
                        <a:lnTo>
                          <a:pt x="1674" y="789"/>
                        </a:lnTo>
                        <a:cubicBezTo>
                          <a:pt x="1674" y="694"/>
                          <a:pt x="1593" y="612"/>
                          <a:pt x="1485" y="612"/>
                        </a:cubicBezTo>
                        <a:lnTo>
                          <a:pt x="1115" y="612"/>
                        </a:lnTo>
                        <a:lnTo>
                          <a:pt x="1115" y="367"/>
                        </a:lnTo>
                        <a:cubicBezTo>
                          <a:pt x="1593" y="354"/>
                          <a:pt x="1988" y="203"/>
                          <a:pt x="208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97" name="Google Shape;3397;p47"/>
                  <p:cNvSpPr/>
                  <p:nvPr/>
                </p:nvSpPr>
                <p:spPr>
                  <a:xfrm>
                    <a:off x="7095889" y="3461432"/>
                    <a:ext cx="275408" cy="2689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7" h="837" extrusionOk="0">
                        <a:moveTo>
                          <a:pt x="59" y="0"/>
                        </a:moveTo>
                        <a:cubicBezTo>
                          <a:pt x="43" y="0"/>
                          <a:pt x="26" y="7"/>
                          <a:pt x="13" y="20"/>
                        </a:cubicBezTo>
                        <a:cubicBezTo>
                          <a:pt x="0" y="33"/>
                          <a:pt x="0" y="75"/>
                          <a:pt x="13" y="102"/>
                        </a:cubicBezTo>
                        <a:lnTo>
                          <a:pt x="762" y="824"/>
                        </a:lnTo>
                        <a:cubicBezTo>
                          <a:pt x="762" y="824"/>
                          <a:pt x="791" y="837"/>
                          <a:pt x="804" y="837"/>
                        </a:cubicBezTo>
                        <a:cubicBezTo>
                          <a:pt x="817" y="837"/>
                          <a:pt x="830" y="824"/>
                          <a:pt x="843" y="811"/>
                        </a:cubicBezTo>
                        <a:cubicBezTo>
                          <a:pt x="856" y="798"/>
                          <a:pt x="856" y="755"/>
                          <a:pt x="830" y="742"/>
                        </a:cubicBezTo>
                        <a:lnTo>
                          <a:pt x="95" y="20"/>
                        </a:lnTo>
                        <a:cubicBezTo>
                          <a:pt x="88" y="7"/>
                          <a:pt x="74" y="0"/>
                          <a:pt x="5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98" name="Google Shape;3398;p47"/>
                  <p:cNvSpPr/>
                  <p:nvPr/>
                </p:nvSpPr>
                <p:spPr>
                  <a:xfrm>
                    <a:off x="6368969" y="3445685"/>
                    <a:ext cx="56881" cy="280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873" extrusionOk="0">
                        <a:moveTo>
                          <a:pt x="56" y="0"/>
                        </a:moveTo>
                        <a:cubicBezTo>
                          <a:pt x="30" y="0"/>
                          <a:pt x="0" y="30"/>
                          <a:pt x="0" y="69"/>
                        </a:cubicBezTo>
                        <a:lnTo>
                          <a:pt x="56" y="834"/>
                        </a:lnTo>
                        <a:cubicBezTo>
                          <a:pt x="56" y="860"/>
                          <a:pt x="82" y="873"/>
                          <a:pt x="111" y="873"/>
                        </a:cubicBezTo>
                        <a:lnTo>
                          <a:pt x="124" y="873"/>
                        </a:lnTo>
                        <a:cubicBezTo>
                          <a:pt x="151" y="873"/>
                          <a:pt x="177" y="847"/>
                          <a:pt x="164" y="817"/>
                        </a:cubicBezTo>
                        <a:lnTo>
                          <a:pt x="124" y="56"/>
                        </a:lnTo>
                        <a:cubicBezTo>
                          <a:pt x="124" y="30"/>
                          <a:pt x="95" y="0"/>
                          <a:pt x="5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99" name="Google Shape;3399;p47"/>
                  <p:cNvSpPr/>
                  <p:nvPr/>
                </p:nvSpPr>
                <p:spPr>
                  <a:xfrm>
                    <a:off x="7271031" y="3704059"/>
                    <a:ext cx="148469" cy="26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" h="82" extrusionOk="0">
                        <a:moveTo>
                          <a:pt x="1" y="0"/>
                        </a:moveTo>
                        <a:lnTo>
                          <a:pt x="1" y="82"/>
                        </a:lnTo>
                        <a:lnTo>
                          <a:pt x="462" y="82"/>
                        </a:lnTo>
                        <a:lnTo>
                          <a:pt x="46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0" name="Google Shape;3400;p47"/>
                  <p:cNvSpPr/>
                  <p:nvPr/>
                </p:nvSpPr>
                <p:spPr>
                  <a:xfrm>
                    <a:off x="6338439" y="3704059"/>
                    <a:ext cx="149434" cy="26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82" extrusionOk="0">
                        <a:moveTo>
                          <a:pt x="0" y="0"/>
                        </a:moveTo>
                        <a:lnTo>
                          <a:pt x="0" y="82"/>
                        </a:lnTo>
                        <a:lnTo>
                          <a:pt x="465" y="82"/>
                        </a:lnTo>
                        <a:lnTo>
                          <a:pt x="46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1" name="Google Shape;3401;p47"/>
                  <p:cNvSpPr/>
                  <p:nvPr/>
                </p:nvSpPr>
                <p:spPr>
                  <a:xfrm>
                    <a:off x="5625338" y="2689202"/>
                    <a:ext cx="2044187" cy="1041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1" h="3240" extrusionOk="0">
                        <a:moveTo>
                          <a:pt x="0" y="1"/>
                        </a:moveTo>
                        <a:lnTo>
                          <a:pt x="6361" y="3240"/>
                        </a:lnTo>
                        <a:lnTo>
                          <a:pt x="3553" y="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3292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2" name="Google Shape;3402;p47"/>
                  <p:cNvSpPr/>
                  <p:nvPr/>
                </p:nvSpPr>
                <p:spPr>
                  <a:xfrm>
                    <a:off x="8408650" y="4049522"/>
                    <a:ext cx="376637" cy="223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2" h="697" extrusionOk="0">
                        <a:moveTo>
                          <a:pt x="1" y="1"/>
                        </a:moveTo>
                        <a:lnTo>
                          <a:pt x="1" y="697"/>
                        </a:lnTo>
                        <a:lnTo>
                          <a:pt x="1171" y="697"/>
                        </a:lnTo>
                        <a:lnTo>
                          <a:pt x="117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3" name="Google Shape;3403;p47"/>
                  <p:cNvSpPr/>
                  <p:nvPr/>
                </p:nvSpPr>
                <p:spPr>
                  <a:xfrm>
                    <a:off x="7279707" y="4049522"/>
                    <a:ext cx="376315" cy="223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1" h="697" extrusionOk="0">
                        <a:moveTo>
                          <a:pt x="0" y="1"/>
                        </a:moveTo>
                        <a:lnTo>
                          <a:pt x="0" y="697"/>
                        </a:lnTo>
                        <a:lnTo>
                          <a:pt x="1170" y="697"/>
                        </a:lnTo>
                        <a:lnTo>
                          <a:pt x="117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4" name="Google Shape;3404;p47"/>
                  <p:cNvSpPr/>
                  <p:nvPr/>
                </p:nvSpPr>
                <p:spPr>
                  <a:xfrm>
                    <a:off x="3445543" y="4408803"/>
                    <a:ext cx="275729" cy="1494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8" h="465" extrusionOk="0">
                        <a:moveTo>
                          <a:pt x="1" y="1"/>
                        </a:moveTo>
                        <a:lnTo>
                          <a:pt x="1" y="465"/>
                        </a:lnTo>
                        <a:lnTo>
                          <a:pt x="857" y="465"/>
                        </a:lnTo>
                        <a:lnTo>
                          <a:pt x="85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5" name="Google Shape;3405;p47"/>
                  <p:cNvSpPr/>
                  <p:nvPr/>
                </p:nvSpPr>
                <p:spPr>
                  <a:xfrm>
                    <a:off x="6150443" y="4172603"/>
                    <a:ext cx="622158" cy="665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6" h="2070" extrusionOk="0">
                        <a:moveTo>
                          <a:pt x="762" y="0"/>
                        </a:moveTo>
                        <a:lnTo>
                          <a:pt x="762" y="26"/>
                        </a:lnTo>
                        <a:cubicBezTo>
                          <a:pt x="327" y="124"/>
                          <a:pt x="0" y="533"/>
                          <a:pt x="0" y="1036"/>
                        </a:cubicBezTo>
                        <a:cubicBezTo>
                          <a:pt x="0" y="1540"/>
                          <a:pt x="327" y="1961"/>
                          <a:pt x="762" y="2056"/>
                        </a:cubicBezTo>
                        <a:lnTo>
                          <a:pt x="762" y="2069"/>
                        </a:lnTo>
                        <a:lnTo>
                          <a:pt x="968" y="2069"/>
                        </a:lnTo>
                        <a:cubicBezTo>
                          <a:pt x="1497" y="2069"/>
                          <a:pt x="1935" y="1608"/>
                          <a:pt x="1935" y="1036"/>
                        </a:cubicBezTo>
                        <a:cubicBezTo>
                          <a:pt x="1935" y="464"/>
                          <a:pt x="1497" y="0"/>
                          <a:pt x="96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6" name="Google Shape;3406;p47"/>
                  <p:cNvSpPr/>
                  <p:nvPr/>
                </p:nvSpPr>
                <p:spPr>
                  <a:xfrm>
                    <a:off x="6128269" y="4172603"/>
                    <a:ext cx="534104" cy="665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2" h="2070" extrusionOk="0">
                        <a:moveTo>
                          <a:pt x="831" y="0"/>
                        </a:moveTo>
                        <a:cubicBezTo>
                          <a:pt x="370" y="0"/>
                          <a:pt x="1" y="464"/>
                          <a:pt x="1" y="1036"/>
                        </a:cubicBezTo>
                        <a:cubicBezTo>
                          <a:pt x="1" y="1608"/>
                          <a:pt x="370" y="2069"/>
                          <a:pt x="831" y="2069"/>
                        </a:cubicBezTo>
                        <a:cubicBezTo>
                          <a:pt x="1295" y="2069"/>
                          <a:pt x="1661" y="1608"/>
                          <a:pt x="1661" y="1036"/>
                        </a:cubicBezTo>
                        <a:cubicBezTo>
                          <a:pt x="1661" y="464"/>
                          <a:pt x="1295" y="0"/>
                          <a:pt x="8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7" name="Google Shape;3407;p47"/>
                  <p:cNvSpPr/>
                  <p:nvPr/>
                </p:nvSpPr>
                <p:spPr>
                  <a:xfrm>
                    <a:off x="6224999" y="4291185"/>
                    <a:ext cx="341608" cy="4290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3" h="1335" extrusionOk="0">
                        <a:moveTo>
                          <a:pt x="530" y="0"/>
                        </a:moveTo>
                        <a:cubicBezTo>
                          <a:pt x="232" y="0"/>
                          <a:pt x="0" y="298"/>
                          <a:pt x="0" y="667"/>
                        </a:cubicBezTo>
                        <a:cubicBezTo>
                          <a:pt x="0" y="1033"/>
                          <a:pt x="232" y="1334"/>
                          <a:pt x="530" y="1334"/>
                        </a:cubicBezTo>
                        <a:cubicBezTo>
                          <a:pt x="831" y="1334"/>
                          <a:pt x="1063" y="1033"/>
                          <a:pt x="1063" y="667"/>
                        </a:cubicBezTo>
                        <a:cubicBezTo>
                          <a:pt x="1063" y="298"/>
                          <a:pt x="831" y="0"/>
                          <a:pt x="53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8" name="Google Shape;3408;p47"/>
                  <p:cNvSpPr/>
                  <p:nvPr/>
                </p:nvSpPr>
                <p:spPr>
                  <a:xfrm>
                    <a:off x="6316266" y="4408803"/>
                    <a:ext cx="158110" cy="1924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" h="599" extrusionOk="0">
                        <a:moveTo>
                          <a:pt x="246" y="1"/>
                        </a:moveTo>
                        <a:cubicBezTo>
                          <a:pt x="112" y="1"/>
                          <a:pt x="1" y="138"/>
                          <a:pt x="1" y="301"/>
                        </a:cubicBezTo>
                        <a:cubicBezTo>
                          <a:pt x="1" y="465"/>
                          <a:pt x="112" y="599"/>
                          <a:pt x="246" y="599"/>
                        </a:cubicBezTo>
                        <a:cubicBezTo>
                          <a:pt x="383" y="599"/>
                          <a:pt x="491" y="465"/>
                          <a:pt x="491" y="301"/>
                        </a:cubicBezTo>
                        <a:cubicBezTo>
                          <a:pt x="491" y="138"/>
                          <a:pt x="383" y="1"/>
                          <a:pt x="246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9" name="Google Shape;3409;p47"/>
                  <p:cNvSpPr/>
                  <p:nvPr/>
                </p:nvSpPr>
                <p:spPr>
                  <a:xfrm>
                    <a:off x="3948795" y="4172603"/>
                    <a:ext cx="622158" cy="665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6" h="2070" extrusionOk="0">
                        <a:moveTo>
                          <a:pt x="778" y="0"/>
                        </a:moveTo>
                        <a:lnTo>
                          <a:pt x="778" y="26"/>
                        </a:lnTo>
                        <a:cubicBezTo>
                          <a:pt x="327" y="124"/>
                          <a:pt x="0" y="533"/>
                          <a:pt x="0" y="1036"/>
                        </a:cubicBezTo>
                        <a:cubicBezTo>
                          <a:pt x="0" y="1540"/>
                          <a:pt x="327" y="1961"/>
                          <a:pt x="778" y="2056"/>
                        </a:cubicBezTo>
                        <a:lnTo>
                          <a:pt x="778" y="2069"/>
                        </a:lnTo>
                        <a:lnTo>
                          <a:pt x="968" y="2069"/>
                        </a:lnTo>
                        <a:cubicBezTo>
                          <a:pt x="1497" y="2069"/>
                          <a:pt x="1935" y="1608"/>
                          <a:pt x="1935" y="1036"/>
                        </a:cubicBezTo>
                        <a:cubicBezTo>
                          <a:pt x="1935" y="464"/>
                          <a:pt x="1497" y="0"/>
                          <a:pt x="96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10" name="Google Shape;3410;p47"/>
                  <p:cNvSpPr/>
                  <p:nvPr/>
                </p:nvSpPr>
                <p:spPr>
                  <a:xfrm>
                    <a:off x="3930799" y="4172603"/>
                    <a:ext cx="535069" cy="665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5" h="2070" extrusionOk="0">
                        <a:moveTo>
                          <a:pt x="834" y="0"/>
                        </a:moveTo>
                        <a:cubicBezTo>
                          <a:pt x="370" y="0"/>
                          <a:pt x="1" y="464"/>
                          <a:pt x="1" y="1036"/>
                        </a:cubicBezTo>
                        <a:cubicBezTo>
                          <a:pt x="1" y="1608"/>
                          <a:pt x="370" y="2069"/>
                          <a:pt x="834" y="2069"/>
                        </a:cubicBezTo>
                        <a:cubicBezTo>
                          <a:pt x="1282" y="2069"/>
                          <a:pt x="1664" y="1608"/>
                          <a:pt x="1664" y="1036"/>
                        </a:cubicBezTo>
                        <a:cubicBezTo>
                          <a:pt x="1664" y="464"/>
                          <a:pt x="1282" y="0"/>
                          <a:pt x="83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11" name="Google Shape;3411;p47"/>
                  <p:cNvSpPr/>
                  <p:nvPr/>
                </p:nvSpPr>
                <p:spPr>
                  <a:xfrm>
                    <a:off x="4023351" y="4291185"/>
                    <a:ext cx="345786" cy="4290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6" h="1335" extrusionOk="0">
                        <a:moveTo>
                          <a:pt x="546" y="0"/>
                        </a:moveTo>
                        <a:cubicBezTo>
                          <a:pt x="246" y="0"/>
                          <a:pt x="0" y="298"/>
                          <a:pt x="0" y="667"/>
                        </a:cubicBezTo>
                        <a:cubicBezTo>
                          <a:pt x="0" y="1033"/>
                          <a:pt x="246" y="1334"/>
                          <a:pt x="546" y="1334"/>
                        </a:cubicBezTo>
                        <a:cubicBezTo>
                          <a:pt x="831" y="1334"/>
                          <a:pt x="1076" y="1033"/>
                          <a:pt x="1076" y="667"/>
                        </a:cubicBezTo>
                        <a:cubicBezTo>
                          <a:pt x="1076" y="298"/>
                          <a:pt x="831" y="0"/>
                          <a:pt x="54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12" name="Google Shape;3412;p47"/>
                  <p:cNvSpPr/>
                  <p:nvPr/>
                </p:nvSpPr>
                <p:spPr>
                  <a:xfrm>
                    <a:off x="4120081" y="4408803"/>
                    <a:ext cx="152647" cy="1924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599" extrusionOk="0">
                        <a:moveTo>
                          <a:pt x="245" y="1"/>
                        </a:moveTo>
                        <a:cubicBezTo>
                          <a:pt x="108" y="1"/>
                          <a:pt x="0" y="138"/>
                          <a:pt x="0" y="301"/>
                        </a:cubicBezTo>
                        <a:cubicBezTo>
                          <a:pt x="0" y="465"/>
                          <a:pt x="108" y="599"/>
                          <a:pt x="245" y="599"/>
                        </a:cubicBezTo>
                        <a:cubicBezTo>
                          <a:pt x="366" y="599"/>
                          <a:pt x="474" y="465"/>
                          <a:pt x="474" y="301"/>
                        </a:cubicBezTo>
                        <a:cubicBezTo>
                          <a:pt x="474" y="138"/>
                          <a:pt x="366" y="1"/>
                          <a:pt x="24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13" name="Google Shape;3413;p47"/>
                  <p:cNvSpPr/>
                  <p:nvPr/>
                </p:nvSpPr>
                <p:spPr>
                  <a:xfrm>
                    <a:off x="7699727" y="4067518"/>
                    <a:ext cx="665220" cy="48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0" h="151" extrusionOk="0">
                        <a:moveTo>
                          <a:pt x="1" y="0"/>
                        </a:moveTo>
                        <a:lnTo>
                          <a:pt x="1" y="151"/>
                        </a:lnTo>
                        <a:lnTo>
                          <a:pt x="2070" y="151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14" name="Google Shape;3414;p47"/>
                  <p:cNvSpPr/>
                  <p:nvPr/>
                </p:nvSpPr>
                <p:spPr>
                  <a:xfrm>
                    <a:off x="7699727" y="4146251"/>
                    <a:ext cx="665220" cy="48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0" h="151" extrusionOk="0">
                        <a:moveTo>
                          <a:pt x="1" y="0"/>
                        </a:moveTo>
                        <a:lnTo>
                          <a:pt x="1" y="151"/>
                        </a:lnTo>
                        <a:lnTo>
                          <a:pt x="2070" y="151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15" name="Google Shape;3415;p47"/>
                  <p:cNvSpPr/>
                  <p:nvPr/>
                </p:nvSpPr>
                <p:spPr>
                  <a:xfrm>
                    <a:off x="7699727" y="4224984"/>
                    <a:ext cx="665220" cy="48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0" h="151" extrusionOk="0">
                        <a:moveTo>
                          <a:pt x="1" y="1"/>
                        </a:moveTo>
                        <a:lnTo>
                          <a:pt x="1" y="151"/>
                        </a:lnTo>
                        <a:lnTo>
                          <a:pt x="2070" y="151"/>
                        </a:lnTo>
                        <a:lnTo>
                          <a:pt x="207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16" name="Google Shape;3416;p47"/>
                  <p:cNvSpPr/>
                  <p:nvPr/>
                </p:nvSpPr>
                <p:spPr>
                  <a:xfrm>
                    <a:off x="5310083" y="3804966"/>
                    <a:ext cx="223026" cy="1009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4" h="314" extrusionOk="0">
                        <a:moveTo>
                          <a:pt x="151" y="0"/>
                        </a:moveTo>
                        <a:cubicBezTo>
                          <a:pt x="69" y="0"/>
                          <a:pt x="0" y="69"/>
                          <a:pt x="0" y="163"/>
                        </a:cubicBezTo>
                        <a:cubicBezTo>
                          <a:pt x="0" y="245"/>
                          <a:pt x="69" y="314"/>
                          <a:pt x="151" y="314"/>
                        </a:cubicBezTo>
                        <a:lnTo>
                          <a:pt x="546" y="314"/>
                        </a:lnTo>
                        <a:cubicBezTo>
                          <a:pt x="628" y="314"/>
                          <a:pt x="693" y="245"/>
                          <a:pt x="693" y="163"/>
                        </a:cubicBezTo>
                        <a:cubicBezTo>
                          <a:pt x="693" y="69"/>
                          <a:pt x="628" y="0"/>
                          <a:pt x="546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17" name="Google Shape;3417;p47"/>
                  <p:cNvSpPr/>
                  <p:nvPr/>
                </p:nvSpPr>
                <p:spPr>
                  <a:xfrm>
                    <a:off x="4062236" y="3804966"/>
                    <a:ext cx="228167" cy="1009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0" h="314" extrusionOk="0">
                        <a:moveTo>
                          <a:pt x="164" y="0"/>
                        </a:moveTo>
                        <a:cubicBezTo>
                          <a:pt x="69" y="0"/>
                          <a:pt x="0" y="69"/>
                          <a:pt x="0" y="163"/>
                        </a:cubicBezTo>
                        <a:cubicBezTo>
                          <a:pt x="0" y="245"/>
                          <a:pt x="69" y="314"/>
                          <a:pt x="164" y="314"/>
                        </a:cubicBezTo>
                        <a:lnTo>
                          <a:pt x="559" y="314"/>
                        </a:lnTo>
                        <a:cubicBezTo>
                          <a:pt x="641" y="314"/>
                          <a:pt x="710" y="245"/>
                          <a:pt x="710" y="163"/>
                        </a:cubicBezTo>
                        <a:cubicBezTo>
                          <a:pt x="710" y="69"/>
                          <a:pt x="641" y="0"/>
                          <a:pt x="55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18" name="Google Shape;3418;p47"/>
                  <p:cNvSpPr/>
                  <p:nvPr/>
                </p:nvSpPr>
                <p:spPr>
                  <a:xfrm>
                    <a:off x="5756455" y="3616645"/>
                    <a:ext cx="376648" cy="184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4" h="573" extrusionOk="0">
                        <a:moveTo>
                          <a:pt x="40" y="1"/>
                        </a:moveTo>
                        <a:cubicBezTo>
                          <a:pt x="27" y="1"/>
                          <a:pt x="1" y="14"/>
                          <a:pt x="1" y="40"/>
                        </a:cubicBezTo>
                        <a:lnTo>
                          <a:pt x="1" y="530"/>
                        </a:lnTo>
                        <a:cubicBezTo>
                          <a:pt x="1" y="547"/>
                          <a:pt x="27" y="573"/>
                          <a:pt x="40" y="573"/>
                        </a:cubicBezTo>
                        <a:lnTo>
                          <a:pt x="831" y="573"/>
                        </a:lnTo>
                        <a:cubicBezTo>
                          <a:pt x="857" y="573"/>
                          <a:pt x="873" y="547"/>
                          <a:pt x="873" y="530"/>
                        </a:cubicBezTo>
                        <a:lnTo>
                          <a:pt x="873" y="40"/>
                        </a:lnTo>
                        <a:cubicBezTo>
                          <a:pt x="873" y="14"/>
                          <a:pt x="857" y="1"/>
                          <a:pt x="83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419" name="Google Shape;3419;p47"/>
            <p:cNvGrpSpPr/>
            <p:nvPr/>
          </p:nvGrpSpPr>
          <p:grpSpPr>
            <a:xfrm>
              <a:off x="5518089" y="3803645"/>
              <a:ext cx="374657" cy="463150"/>
              <a:chOff x="8243489" y="4050570"/>
              <a:chExt cx="374657" cy="463150"/>
            </a:xfrm>
          </p:grpSpPr>
          <p:sp>
            <p:nvSpPr>
              <p:cNvPr id="3420" name="Google Shape;3420;p47"/>
              <p:cNvSpPr/>
              <p:nvPr/>
            </p:nvSpPr>
            <p:spPr>
              <a:xfrm>
                <a:off x="8243489" y="4051225"/>
                <a:ext cx="374657" cy="461828"/>
              </a:xfrm>
              <a:custGeom>
                <a:avLst/>
                <a:gdLst/>
                <a:ahLst/>
                <a:cxnLst/>
                <a:rect l="l" t="t" r="r" b="b"/>
                <a:pathLst>
                  <a:path w="107815" h="132900" extrusionOk="0">
                    <a:moveTo>
                      <a:pt x="53908" y="30499"/>
                    </a:moveTo>
                    <a:cubicBezTo>
                      <a:pt x="65243" y="30499"/>
                      <a:pt x="74444" y="39725"/>
                      <a:pt x="74444" y="51162"/>
                    </a:cubicBezTo>
                    <a:cubicBezTo>
                      <a:pt x="74444" y="62472"/>
                      <a:pt x="65243" y="71698"/>
                      <a:pt x="53908" y="71698"/>
                    </a:cubicBezTo>
                    <a:cubicBezTo>
                      <a:pt x="42572" y="71698"/>
                      <a:pt x="33372" y="62472"/>
                      <a:pt x="33372" y="51162"/>
                    </a:cubicBezTo>
                    <a:cubicBezTo>
                      <a:pt x="33372" y="39725"/>
                      <a:pt x="42572" y="30499"/>
                      <a:pt x="53908" y="30499"/>
                    </a:cubicBezTo>
                    <a:close/>
                    <a:moveTo>
                      <a:pt x="53908" y="0"/>
                    </a:moveTo>
                    <a:cubicBezTo>
                      <a:pt x="24146" y="0"/>
                      <a:pt x="1" y="24145"/>
                      <a:pt x="1" y="53907"/>
                    </a:cubicBezTo>
                    <a:cubicBezTo>
                      <a:pt x="1" y="72867"/>
                      <a:pt x="9125" y="89489"/>
                      <a:pt x="19800" y="102629"/>
                    </a:cubicBezTo>
                    <a:cubicBezTo>
                      <a:pt x="35176" y="121462"/>
                      <a:pt x="53908" y="132899"/>
                      <a:pt x="53908" y="132899"/>
                    </a:cubicBezTo>
                    <a:cubicBezTo>
                      <a:pt x="53908" y="132899"/>
                      <a:pt x="107815" y="101460"/>
                      <a:pt x="107815" y="53907"/>
                    </a:cubicBezTo>
                    <a:cubicBezTo>
                      <a:pt x="107815" y="49993"/>
                      <a:pt x="107383" y="46282"/>
                      <a:pt x="106646" y="42571"/>
                    </a:cubicBezTo>
                    <a:cubicBezTo>
                      <a:pt x="101461" y="18223"/>
                      <a:pt x="79857" y="0"/>
                      <a:pt x="539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47"/>
              <p:cNvSpPr/>
              <p:nvPr/>
            </p:nvSpPr>
            <p:spPr>
              <a:xfrm>
                <a:off x="8244307" y="4050570"/>
                <a:ext cx="257600" cy="463150"/>
              </a:xfrm>
              <a:custGeom>
                <a:avLst/>
                <a:gdLst/>
                <a:ahLst/>
                <a:cxnLst/>
                <a:rect l="l" t="t" r="r" b="b"/>
                <a:pathLst>
                  <a:path w="10304" h="18526" extrusionOk="0">
                    <a:moveTo>
                      <a:pt x="10304" y="569"/>
                    </a:moveTo>
                    <a:cubicBezTo>
                      <a:pt x="10352" y="391"/>
                      <a:pt x="7780" y="-157"/>
                      <a:pt x="6521" y="43"/>
                    </a:cubicBezTo>
                    <a:cubicBezTo>
                      <a:pt x="5262" y="243"/>
                      <a:pt x="3802" y="856"/>
                      <a:pt x="2749" y="1767"/>
                    </a:cubicBezTo>
                    <a:cubicBezTo>
                      <a:pt x="1697" y="2678"/>
                      <a:pt x="575" y="4056"/>
                      <a:pt x="206" y="5509"/>
                    </a:cubicBezTo>
                    <a:cubicBezTo>
                      <a:pt x="-163" y="6962"/>
                      <a:pt x="-24" y="8869"/>
                      <a:pt x="533" y="10485"/>
                    </a:cubicBezTo>
                    <a:cubicBezTo>
                      <a:pt x="1090" y="12102"/>
                      <a:pt x="2383" y="13868"/>
                      <a:pt x="3548" y="15208"/>
                    </a:cubicBezTo>
                    <a:cubicBezTo>
                      <a:pt x="4713" y="16548"/>
                      <a:pt x="7296" y="18466"/>
                      <a:pt x="7523" y="18525"/>
                    </a:cubicBezTo>
                    <a:cubicBezTo>
                      <a:pt x="7750" y="18584"/>
                      <a:pt x="5678" y="16542"/>
                      <a:pt x="4908" y="15561"/>
                    </a:cubicBezTo>
                    <a:cubicBezTo>
                      <a:pt x="4138" y="14580"/>
                      <a:pt x="3455" y="13897"/>
                      <a:pt x="2903" y="12640"/>
                    </a:cubicBezTo>
                    <a:cubicBezTo>
                      <a:pt x="2351" y="11383"/>
                      <a:pt x="1592" y="9536"/>
                      <a:pt x="1595" y="8020"/>
                    </a:cubicBezTo>
                    <a:cubicBezTo>
                      <a:pt x="1598" y="6504"/>
                      <a:pt x="2149" y="4697"/>
                      <a:pt x="2922" y="3546"/>
                    </a:cubicBezTo>
                    <a:cubicBezTo>
                      <a:pt x="3696" y="2395"/>
                      <a:pt x="5006" y="1609"/>
                      <a:pt x="6236" y="1113"/>
                    </a:cubicBezTo>
                    <a:cubicBezTo>
                      <a:pt x="7466" y="617"/>
                      <a:pt x="10257" y="747"/>
                      <a:pt x="10304" y="569"/>
                    </a:cubicBezTo>
                    <a:close/>
                  </a:path>
                </a:pathLst>
              </a:custGeom>
              <a:solidFill>
                <a:srgbClr val="8162A7">
                  <a:alpha val="4591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Road Traffic Accident Reporting App Pitch Deck by Slidesgo">
  <a:themeElements>
    <a:clrScheme name="Simple Light">
      <a:dk1>
        <a:srgbClr val="553868"/>
      </a:dk1>
      <a:lt1>
        <a:srgbClr val="D2D1EE"/>
      </a:lt1>
      <a:dk2>
        <a:srgbClr val="FF9900"/>
      </a:dk2>
      <a:lt2>
        <a:srgbClr val="8162A7"/>
      </a:lt2>
      <a:accent1>
        <a:srgbClr val="897FBB"/>
      </a:accent1>
      <a:accent2>
        <a:srgbClr val="8F8BCF"/>
      </a:accent2>
      <a:accent3>
        <a:srgbClr val="C3AED5"/>
      </a:accent3>
      <a:accent4>
        <a:srgbClr val="D4C7E3"/>
      </a:accent4>
      <a:accent5>
        <a:srgbClr val="FFFFFF"/>
      </a:accent5>
      <a:accent6>
        <a:srgbClr val="FFFFFF"/>
      </a:accent6>
      <a:hlink>
        <a:srgbClr val="55386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452</Words>
  <Application>Microsoft Office PowerPoint</Application>
  <PresentationFormat>On-screen Show (16:9)</PresentationFormat>
  <Paragraphs>97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Poppins ExtraBold</vt:lpstr>
      <vt:lpstr>Poppins</vt:lpstr>
      <vt:lpstr>DM Sans</vt:lpstr>
      <vt:lpstr>Bebas Neue</vt:lpstr>
      <vt:lpstr>Road Traffic Accident Reporting App Pitch Deck by Slidesgo</vt:lpstr>
      <vt:lpstr>Smart Bahrain Traffic Application</vt:lpstr>
      <vt:lpstr>Agenda</vt:lpstr>
      <vt:lpstr>Introduction</vt:lpstr>
      <vt:lpstr>Problem Definition</vt:lpstr>
      <vt:lpstr>Project aims</vt:lpstr>
      <vt:lpstr>Research finding</vt:lpstr>
      <vt:lpstr>Targeted users</vt:lpstr>
      <vt:lpstr>Requirement Elecitation</vt:lpstr>
      <vt:lpstr>Functional Requirements</vt:lpstr>
      <vt:lpstr>Non Functional Requirements</vt:lpstr>
      <vt:lpstr>Software Development Model</vt:lpstr>
      <vt:lpstr>Use-Case Diagram</vt:lpstr>
      <vt:lpstr>Activity Diagram</vt:lpstr>
      <vt:lpstr>Entity Relationship Diagram</vt:lpstr>
      <vt:lpstr>Database Diagram</vt:lpstr>
      <vt:lpstr>State Diagram</vt:lpstr>
      <vt:lpstr>Data Flow Diagram</vt:lpstr>
      <vt:lpstr>Sequence Diagram</vt:lpstr>
      <vt:lpstr>User Interface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Mohammed</dc:creator>
  <cp:lastModifiedBy>Ahmed Mohammed</cp:lastModifiedBy>
  <cp:revision>7</cp:revision>
  <dcterms:modified xsi:type="dcterms:W3CDTF">2026-05-13T22:47:29Z</dcterms:modified>
</cp:coreProperties>
</file>